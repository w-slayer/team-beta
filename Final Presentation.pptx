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5143500" cx="9144000"/>
  <p:notesSz cx="6858000" cy="9144000"/>
  <p:embeddedFontLst>
    <p:embeddedFont>
      <p:font typeface="Bebas Neue"/>
      <p:regular r:id="rId36"/>
    </p:embeddedFont>
    <p:embeddedFont>
      <p:font typeface="Archivo Black"/>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ArchivoBlack-regular.fntdata"/><Relationship Id="rId14" Type="http://schemas.openxmlformats.org/officeDocument/2006/relationships/slide" Target="slides/slide10.xml"/><Relationship Id="rId36" Type="http://schemas.openxmlformats.org/officeDocument/2006/relationships/font" Target="fonts/BebasNeue-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d401eec82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d401eec82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401eec82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401eec82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d90507ccf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d90507ccf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db1374eb0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db1374eb0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 - main speaker, Caleb - main speaker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d401eec82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d401eec82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dd74149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dd74149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dd741492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dd741492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dd741492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ddd741492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dd7414927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dd7414927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dd7414927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dd7414927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d741492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d741492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CALEB / JON</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dd741492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ddd741492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dd741492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dd741492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dd7414927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dd7414927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dd7414927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dd7414927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dd7414927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ddd7414927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dd741492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dd741492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 / ISABEL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f26738b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f26738b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df26738b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df26738b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df26738b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df26738b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dd741492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dd741492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df26738b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df26738b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dd741492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dd741492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ISABEL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df26738b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ddf26738b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df26738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df26738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df26738b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ddf26738b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df26738b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ddf26738b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d401eec82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d401eec82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d401eec82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d401eec82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401eec82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d401eec82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0" y="843625"/>
            <a:ext cx="9144000" cy="16419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b="1" sz="6000">
                <a:solidFill>
                  <a:srgbClr val="D393FF"/>
                </a:solidFill>
                <a:latin typeface="Archivo Black"/>
                <a:ea typeface="Archivo Black"/>
                <a:cs typeface="Archivo Black"/>
                <a:sym typeface="Archivo Blac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477050" y="4320994"/>
            <a:ext cx="6189900" cy="3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solidFill>
                  <a:srgbClr val="DCB3F9"/>
                </a:solidFill>
                <a:latin typeface="Source Sans Pro"/>
                <a:ea typeface="Source Sans Pro"/>
                <a:cs typeface="Source Sans Pro"/>
                <a:sym typeface="Source Sans Pr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268250" y="-1448331"/>
            <a:ext cx="11680500" cy="8040150"/>
            <a:chOff x="-1268250" y="-1448331"/>
            <a:chExt cx="11680500" cy="8040150"/>
          </a:xfrm>
        </p:grpSpPr>
        <p:sp>
          <p:nvSpPr>
            <p:cNvPr id="12" name="Google Shape;12;p2"/>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nvSpPr>
        <p:spPr>
          <a:xfrm>
            <a:off x="2054250" y="3578924"/>
            <a:ext cx="50355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solidFill>
                <a:srgbClr val="D393FF"/>
              </a:solidFill>
              <a:latin typeface="Archivo Black"/>
              <a:ea typeface="Archivo Black"/>
              <a:cs typeface="Archivo Black"/>
              <a:sym typeface="Archivo Black"/>
            </a:endParaRPr>
          </a:p>
        </p:txBody>
      </p:sp>
      <p:sp>
        <p:nvSpPr>
          <p:cNvPr id="18" name="Google Shape;18;p3"/>
          <p:cNvSpPr txBox="1"/>
          <p:nvPr/>
        </p:nvSpPr>
        <p:spPr>
          <a:xfrm>
            <a:off x="2054250" y="4255075"/>
            <a:ext cx="5035500" cy="35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600">
              <a:solidFill>
                <a:srgbClr val="D393FF"/>
              </a:solidFill>
              <a:latin typeface="Source Sans Pro"/>
              <a:ea typeface="Source Sans Pro"/>
              <a:cs typeface="Source Sans Pro"/>
              <a:sym typeface="Source Sans Pro"/>
            </a:endParaRPr>
          </a:p>
        </p:txBody>
      </p:sp>
      <p:grpSp>
        <p:nvGrpSpPr>
          <p:cNvPr id="19" name="Google Shape;19;p3"/>
          <p:cNvGrpSpPr/>
          <p:nvPr/>
        </p:nvGrpSpPr>
        <p:grpSpPr>
          <a:xfrm>
            <a:off x="-1268250" y="-1448331"/>
            <a:ext cx="11680500" cy="8040150"/>
            <a:chOff x="-1268250" y="-1448331"/>
            <a:chExt cx="11680500" cy="8040150"/>
          </a:xfrm>
        </p:grpSpPr>
        <p:sp>
          <p:nvSpPr>
            <p:cNvPr id="20" name="Google Shape;20;p3"/>
            <p:cNvSpPr/>
            <p:nvPr/>
          </p:nvSpPr>
          <p:spPr>
            <a:xfrm rot="5400000">
              <a:off x="-1268250" y="-1448331"/>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rot="-5400000">
              <a:off x="8428950" y="-1448331"/>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rot="5400000">
              <a:off x="-1268250" y="4608519"/>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8428950" y="4608519"/>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4"/>
          <p:cNvSpPr txBox="1"/>
          <p:nvPr>
            <p:ph type="title"/>
          </p:nvPr>
        </p:nvSpPr>
        <p:spPr>
          <a:xfrm>
            <a:off x="2440100" y="394300"/>
            <a:ext cx="5988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Char char="●"/>
              <a:defRPr sz="1200">
                <a:solidFill>
                  <a:srgbClr val="434343"/>
                </a:solidFill>
              </a:defRPr>
            </a:lvl1pPr>
            <a:lvl2pPr indent="-304800" lvl="1" marL="914400" rtl="0">
              <a:lnSpc>
                <a:spcPct val="115000"/>
              </a:lnSpc>
              <a:spcBef>
                <a:spcPts val="100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27" name="Google Shape;27;p4"/>
          <p:cNvGrpSpPr/>
          <p:nvPr/>
        </p:nvGrpSpPr>
        <p:grpSpPr>
          <a:xfrm>
            <a:off x="-1268250" y="-1448331"/>
            <a:ext cx="11680500" cy="8040150"/>
            <a:chOff x="-1268250" y="-1448331"/>
            <a:chExt cx="11680500" cy="8040150"/>
          </a:xfrm>
        </p:grpSpPr>
        <p:sp>
          <p:nvSpPr>
            <p:cNvPr id="28" name="Google Shape;28;p4"/>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 name="Google Shape;29;p4"/>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 name="Google Shape;30;p4"/>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 name="Google Shape;31;p4"/>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txBox="1"/>
          <p:nvPr>
            <p:ph idx="1" type="subTitle"/>
          </p:nvPr>
        </p:nvSpPr>
        <p:spPr>
          <a:xfrm>
            <a:off x="1432550" y="3341602"/>
            <a:ext cx="2471700" cy="519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solidFill>
                  <a:schemeClr val="dk1"/>
                </a:solidFill>
                <a:latin typeface="Archivo Black"/>
                <a:ea typeface="Archivo Black"/>
                <a:cs typeface="Archivo Black"/>
                <a:sym typeface="Archivo Black"/>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4" name="Google Shape;34;p5"/>
          <p:cNvSpPr txBox="1"/>
          <p:nvPr>
            <p:ph idx="2" type="subTitle"/>
          </p:nvPr>
        </p:nvSpPr>
        <p:spPr>
          <a:xfrm>
            <a:off x="5239795" y="3341602"/>
            <a:ext cx="2471700" cy="51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5" name="Google Shape;35;p5"/>
          <p:cNvSpPr txBox="1"/>
          <p:nvPr>
            <p:ph idx="3" type="subTitle"/>
          </p:nvPr>
        </p:nvSpPr>
        <p:spPr>
          <a:xfrm>
            <a:off x="1432550" y="3839000"/>
            <a:ext cx="2471700" cy="7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6" name="Google Shape;36;p5"/>
          <p:cNvSpPr txBox="1"/>
          <p:nvPr>
            <p:ph idx="4" type="subTitle"/>
          </p:nvPr>
        </p:nvSpPr>
        <p:spPr>
          <a:xfrm>
            <a:off x="5239795" y="3839000"/>
            <a:ext cx="2471700" cy="7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7" name="Google Shape;37;p5"/>
          <p:cNvSpPr txBox="1"/>
          <p:nvPr>
            <p:ph type="title"/>
          </p:nvPr>
        </p:nvSpPr>
        <p:spPr>
          <a:xfrm>
            <a:off x="4348108" y="394425"/>
            <a:ext cx="4080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8" name="Google Shape;38;p5"/>
          <p:cNvGrpSpPr/>
          <p:nvPr/>
        </p:nvGrpSpPr>
        <p:grpSpPr>
          <a:xfrm>
            <a:off x="-1268250" y="-1448331"/>
            <a:ext cx="11680500" cy="8040150"/>
            <a:chOff x="-1268250" y="-1448331"/>
            <a:chExt cx="11680500" cy="8040150"/>
          </a:xfrm>
        </p:grpSpPr>
        <p:sp>
          <p:nvSpPr>
            <p:cNvPr id="39" name="Google Shape;39;p5"/>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6"/>
          <p:cNvSpPr txBox="1"/>
          <p:nvPr>
            <p:ph type="title"/>
          </p:nvPr>
        </p:nvSpPr>
        <p:spPr>
          <a:xfrm>
            <a:off x="3646123" y="394425"/>
            <a:ext cx="4782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l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5" name="Google Shape;45;p6"/>
          <p:cNvGrpSpPr/>
          <p:nvPr/>
        </p:nvGrpSpPr>
        <p:grpSpPr>
          <a:xfrm>
            <a:off x="-1268250" y="-1448331"/>
            <a:ext cx="11680500" cy="8040150"/>
            <a:chOff x="-1268250" y="-1448331"/>
            <a:chExt cx="11680500" cy="8040150"/>
          </a:xfrm>
        </p:grpSpPr>
        <p:sp>
          <p:nvSpPr>
            <p:cNvPr id="46" name="Google Shape;46;p6"/>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7"/>
          <p:cNvSpPr txBox="1"/>
          <p:nvPr>
            <p:ph idx="1" type="subTitle"/>
          </p:nvPr>
        </p:nvSpPr>
        <p:spPr>
          <a:xfrm>
            <a:off x="1227875" y="2018313"/>
            <a:ext cx="3189000" cy="207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solidFill>
                  <a:srgbClr val="13042D"/>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52" name="Google Shape;52;p7"/>
          <p:cNvSpPr txBox="1"/>
          <p:nvPr>
            <p:ph type="title"/>
          </p:nvPr>
        </p:nvSpPr>
        <p:spPr>
          <a:xfrm>
            <a:off x="1227875" y="1445613"/>
            <a:ext cx="3189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000">
                <a:solidFill>
                  <a:srgbClr val="13042D"/>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3" name="Google Shape;53;p7"/>
          <p:cNvGrpSpPr/>
          <p:nvPr/>
        </p:nvGrpSpPr>
        <p:grpSpPr>
          <a:xfrm>
            <a:off x="-1268250" y="-1448331"/>
            <a:ext cx="11680500" cy="8040150"/>
            <a:chOff x="-1268250" y="-1448331"/>
            <a:chExt cx="11680500" cy="8040150"/>
          </a:xfrm>
        </p:grpSpPr>
        <p:sp>
          <p:nvSpPr>
            <p:cNvPr id="54" name="Google Shape;54;p7"/>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58" name="Shape 58"/>
        <p:cNvGrpSpPr/>
        <p:nvPr/>
      </p:nvGrpSpPr>
      <p:grpSpPr>
        <a:xfrm>
          <a:off x="0" y="0"/>
          <a:ext cx="0" cy="0"/>
          <a:chOff x="0" y="0"/>
          <a:chExt cx="0" cy="0"/>
        </a:xfrm>
      </p:grpSpPr>
      <p:pic>
        <p:nvPicPr>
          <p:cNvPr id="59" name="Google Shape;59;p8"/>
          <p:cNvPicPr preferRelativeResize="0"/>
          <p:nvPr/>
        </p:nvPicPr>
        <p:blipFill rotWithShape="1">
          <a:blip r:embed="rId3">
            <a:alphaModFix/>
          </a:blip>
          <a:srcRect b="5235" l="7828" r="7819" t="15570"/>
          <a:stretch/>
        </p:blipFill>
        <p:spPr>
          <a:xfrm>
            <a:off x="715450" y="534976"/>
            <a:ext cx="7713101" cy="4073549"/>
          </a:xfrm>
          <a:prstGeom prst="rect">
            <a:avLst/>
          </a:prstGeom>
          <a:noFill/>
          <a:ln cap="flat" cmpd="sng" w="19050">
            <a:solidFill>
              <a:schemeClr val="dk1"/>
            </a:solidFill>
            <a:prstDash val="solid"/>
            <a:round/>
            <a:headEnd len="sm" w="sm" type="none"/>
            <a:tailEnd len="sm" w="sm" type="none"/>
          </a:ln>
        </p:spPr>
      </p:pic>
      <p:grpSp>
        <p:nvGrpSpPr>
          <p:cNvPr id="60" name="Google Shape;60;p8"/>
          <p:cNvGrpSpPr/>
          <p:nvPr/>
        </p:nvGrpSpPr>
        <p:grpSpPr>
          <a:xfrm>
            <a:off x="-1268250" y="-1448331"/>
            <a:ext cx="11680500" cy="8040150"/>
            <a:chOff x="-1268250" y="-1448331"/>
            <a:chExt cx="11680500" cy="8040150"/>
          </a:xfrm>
        </p:grpSpPr>
        <p:sp>
          <p:nvSpPr>
            <p:cNvPr id="61" name="Google Shape;61;p8"/>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000">
                <a:solidFill>
                  <a:schemeClr val="accent3"/>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9"/>
          <p:cNvSpPr txBox="1"/>
          <p:nvPr>
            <p:ph type="title"/>
          </p:nvPr>
        </p:nvSpPr>
        <p:spPr>
          <a:xfrm>
            <a:off x="4520974" y="1344698"/>
            <a:ext cx="2258100" cy="17184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97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8" name="Google Shape;68;p9"/>
          <p:cNvSpPr txBox="1"/>
          <p:nvPr>
            <p:ph idx="1" type="subTitle"/>
          </p:nvPr>
        </p:nvSpPr>
        <p:spPr>
          <a:xfrm>
            <a:off x="1639200" y="3082475"/>
            <a:ext cx="5865600" cy="69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69" name="Google Shape;69;p9"/>
          <p:cNvGrpSpPr/>
          <p:nvPr/>
        </p:nvGrpSpPr>
        <p:grpSpPr>
          <a:xfrm>
            <a:off x="-1268250" y="-1448331"/>
            <a:ext cx="11680500" cy="8040150"/>
            <a:chOff x="-1268250" y="-1448331"/>
            <a:chExt cx="11680500" cy="8040150"/>
          </a:xfrm>
        </p:grpSpPr>
        <p:sp>
          <p:nvSpPr>
            <p:cNvPr id="70" name="Google Shape;70;p9"/>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9"/>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0"/>
          <p:cNvSpPr txBox="1"/>
          <p:nvPr>
            <p:ph type="title"/>
          </p:nvPr>
        </p:nvSpPr>
        <p:spPr>
          <a:xfrm>
            <a:off x="1990650" y="3692875"/>
            <a:ext cx="51627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6" name="Google Shape;76;p10"/>
          <p:cNvGrpSpPr/>
          <p:nvPr/>
        </p:nvGrpSpPr>
        <p:grpSpPr>
          <a:xfrm>
            <a:off x="-1268250" y="-1448331"/>
            <a:ext cx="11680500" cy="8040150"/>
            <a:chOff x="-1268250" y="-1448331"/>
            <a:chExt cx="11680500" cy="8040150"/>
          </a:xfrm>
        </p:grpSpPr>
        <p:sp>
          <p:nvSpPr>
            <p:cNvPr id="77" name="Google Shape;77;p10"/>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0"/>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0"/>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1"/>
          <p:cNvSpPr txBox="1"/>
          <p:nvPr>
            <p:ph hasCustomPrompt="1" type="title"/>
          </p:nvPr>
        </p:nvSpPr>
        <p:spPr>
          <a:xfrm>
            <a:off x="1284000" y="2722825"/>
            <a:ext cx="6576000" cy="11022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3" name="Google Shape;83;p11"/>
          <p:cNvSpPr txBox="1"/>
          <p:nvPr>
            <p:ph idx="1" type="subTitle"/>
          </p:nvPr>
        </p:nvSpPr>
        <p:spPr>
          <a:xfrm>
            <a:off x="1284000" y="3825025"/>
            <a:ext cx="6576000" cy="474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dk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84" name="Google Shape;84;p11"/>
          <p:cNvGrpSpPr/>
          <p:nvPr/>
        </p:nvGrpSpPr>
        <p:grpSpPr>
          <a:xfrm>
            <a:off x="-1268250" y="-1448331"/>
            <a:ext cx="11680500" cy="8040150"/>
            <a:chOff x="-1268250" y="-1448331"/>
            <a:chExt cx="11680500" cy="8040150"/>
          </a:xfrm>
        </p:grpSpPr>
        <p:sp>
          <p:nvSpPr>
            <p:cNvPr id="85" name="Google Shape;85;p11"/>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1"/>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blipFill>
          <a:blip r:embed="rId2">
            <a:alphaModFix/>
          </a:blip>
          <a:stretch>
            <a:fillRect/>
          </a:stretch>
        </a:blipFill>
      </p:bgPr>
    </p:bg>
    <p:spTree>
      <p:nvGrpSpPr>
        <p:cNvPr id="90" name="Shape 90"/>
        <p:cNvGrpSpPr/>
        <p:nvPr/>
      </p:nvGrpSpPr>
      <p:grpSpPr>
        <a:xfrm>
          <a:off x="0" y="0"/>
          <a:ext cx="0" cy="0"/>
          <a:chOff x="0" y="0"/>
          <a:chExt cx="0" cy="0"/>
        </a:xfrm>
      </p:grpSpPr>
      <p:sp>
        <p:nvSpPr>
          <p:cNvPr id="91" name="Google Shape;91;p13"/>
          <p:cNvSpPr txBox="1"/>
          <p:nvPr>
            <p:ph type="title"/>
          </p:nvPr>
        </p:nvSpPr>
        <p:spPr>
          <a:xfrm>
            <a:off x="888725" y="1076300"/>
            <a:ext cx="14397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2" name="Google Shape;92;p13"/>
          <p:cNvSpPr txBox="1"/>
          <p:nvPr>
            <p:ph idx="1" type="subTitle"/>
          </p:nvPr>
        </p:nvSpPr>
        <p:spPr>
          <a:xfrm>
            <a:off x="885125" y="1737742"/>
            <a:ext cx="1849800" cy="71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3" name="Google Shape;93;p13"/>
          <p:cNvSpPr txBox="1"/>
          <p:nvPr>
            <p:ph idx="2" type="title"/>
          </p:nvPr>
        </p:nvSpPr>
        <p:spPr>
          <a:xfrm>
            <a:off x="3100404" y="1076300"/>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3"/>
          <p:cNvSpPr txBox="1"/>
          <p:nvPr>
            <p:ph idx="3" type="subTitle"/>
          </p:nvPr>
        </p:nvSpPr>
        <p:spPr>
          <a:xfrm>
            <a:off x="3100427" y="1737729"/>
            <a:ext cx="1849800" cy="73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5" name="Google Shape;95;p13"/>
          <p:cNvSpPr txBox="1"/>
          <p:nvPr>
            <p:ph idx="4" type="title"/>
          </p:nvPr>
        </p:nvSpPr>
        <p:spPr>
          <a:xfrm>
            <a:off x="5308503" y="1076300"/>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6" name="Google Shape;96;p13"/>
          <p:cNvSpPr txBox="1"/>
          <p:nvPr>
            <p:ph idx="5" type="subTitle"/>
          </p:nvPr>
        </p:nvSpPr>
        <p:spPr>
          <a:xfrm>
            <a:off x="5308527" y="1737667"/>
            <a:ext cx="1849800" cy="73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7" name="Google Shape;97;p13"/>
          <p:cNvSpPr txBox="1"/>
          <p:nvPr>
            <p:ph idx="6" type="title"/>
          </p:nvPr>
        </p:nvSpPr>
        <p:spPr>
          <a:xfrm>
            <a:off x="8887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8" name="Google Shape;98;p13"/>
          <p:cNvSpPr txBox="1"/>
          <p:nvPr>
            <p:ph idx="7" type="subTitle"/>
          </p:nvPr>
        </p:nvSpPr>
        <p:spPr>
          <a:xfrm>
            <a:off x="888725" y="3928943"/>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9" name="Google Shape;99;p13"/>
          <p:cNvSpPr txBox="1"/>
          <p:nvPr>
            <p:ph idx="8" type="title"/>
          </p:nvPr>
        </p:nvSpPr>
        <p:spPr>
          <a:xfrm>
            <a:off x="31004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3"/>
          <p:cNvSpPr txBox="1"/>
          <p:nvPr>
            <p:ph idx="9" type="subTitle"/>
          </p:nvPr>
        </p:nvSpPr>
        <p:spPr>
          <a:xfrm>
            <a:off x="3100425" y="3928931"/>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01" name="Google Shape;101;p13"/>
          <p:cNvSpPr txBox="1"/>
          <p:nvPr>
            <p:ph idx="13" type="title"/>
          </p:nvPr>
        </p:nvSpPr>
        <p:spPr>
          <a:xfrm>
            <a:off x="53085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 name="Google Shape;102;p13"/>
          <p:cNvSpPr txBox="1"/>
          <p:nvPr>
            <p:ph idx="14" type="subTitle"/>
          </p:nvPr>
        </p:nvSpPr>
        <p:spPr>
          <a:xfrm>
            <a:off x="5308525" y="3928875"/>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03" name="Google Shape;103;p13"/>
          <p:cNvSpPr txBox="1"/>
          <p:nvPr>
            <p:ph idx="15" type="title"/>
          </p:nvPr>
        </p:nvSpPr>
        <p:spPr>
          <a:xfrm rot="5400000">
            <a:off x="5883025" y="2309025"/>
            <a:ext cx="4078200" cy="53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4" name="Google Shape;104;p13"/>
          <p:cNvGrpSpPr/>
          <p:nvPr/>
        </p:nvGrpSpPr>
        <p:grpSpPr>
          <a:xfrm>
            <a:off x="-1268250" y="-1448331"/>
            <a:ext cx="11680500" cy="8040150"/>
            <a:chOff x="-1268250" y="-1448331"/>
            <a:chExt cx="11680500" cy="8040150"/>
          </a:xfrm>
        </p:grpSpPr>
        <p:sp>
          <p:nvSpPr>
            <p:cNvPr id="105" name="Google Shape;105;p13"/>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blipFill>
          <a:blip r:embed="rId2">
            <a:alphaModFix/>
          </a:blip>
          <a:stretch>
            <a:fillRect/>
          </a:stretch>
        </a:blipFill>
      </p:bgPr>
    </p:bg>
    <p:spTree>
      <p:nvGrpSpPr>
        <p:cNvPr id="109" name="Shape 109"/>
        <p:cNvGrpSpPr/>
        <p:nvPr/>
      </p:nvGrpSpPr>
      <p:grpSpPr>
        <a:xfrm>
          <a:off x="0" y="0"/>
          <a:ext cx="0" cy="0"/>
          <a:chOff x="0" y="0"/>
          <a:chExt cx="0" cy="0"/>
        </a:xfrm>
      </p:grpSpPr>
      <p:sp>
        <p:nvSpPr>
          <p:cNvPr id="110" name="Google Shape;110;p14"/>
          <p:cNvSpPr txBox="1"/>
          <p:nvPr>
            <p:ph type="title"/>
          </p:nvPr>
        </p:nvSpPr>
        <p:spPr>
          <a:xfrm>
            <a:off x="4131006" y="393950"/>
            <a:ext cx="4297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1" name="Google Shape;111;p14"/>
          <p:cNvGrpSpPr/>
          <p:nvPr/>
        </p:nvGrpSpPr>
        <p:grpSpPr>
          <a:xfrm>
            <a:off x="-1268250" y="-1448331"/>
            <a:ext cx="11680500" cy="8040150"/>
            <a:chOff x="-1268250" y="-1448331"/>
            <a:chExt cx="11680500" cy="8040150"/>
          </a:xfrm>
        </p:grpSpPr>
        <p:sp>
          <p:nvSpPr>
            <p:cNvPr id="112" name="Google Shape;112;p14"/>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3">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15"/>
          <p:cNvSpPr txBox="1"/>
          <p:nvPr>
            <p:ph type="title"/>
          </p:nvPr>
        </p:nvSpPr>
        <p:spPr>
          <a:xfrm>
            <a:off x="4661974" y="393950"/>
            <a:ext cx="3766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8" name="Google Shape;118;p15"/>
          <p:cNvGrpSpPr/>
          <p:nvPr/>
        </p:nvGrpSpPr>
        <p:grpSpPr>
          <a:xfrm>
            <a:off x="-1268250" y="-1448331"/>
            <a:ext cx="11680500" cy="8040150"/>
            <a:chOff x="-1268250" y="-1448331"/>
            <a:chExt cx="11680500" cy="8040150"/>
          </a:xfrm>
        </p:grpSpPr>
        <p:sp>
          <p:nvSpPr>
            <p:cNvPr id="119" name="Google Shape;119;p15"/>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2">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16"/>
          <p:cNvSpPr txBox="1"/>
          <p:nvPr>
            <p:ph type="title"/>
          </p:nvPr>
        </p:nvSpPr>
        <p:spPr>
          <a:xfrm>
            <a:off x="4594925" y="394550"/>
            <a:ext cx="38349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5" name="Google Shape;125;p16"/>
          <p:cNvGrpSpPr/>
          <p:nvPr/>
        </p:nvGrpSpPr>
        <p:grpSpPr>
          <a:xfrm>
            <a:off x="-1268250" y="-1448331"/>
            <a:ext cx="11680500" cy="8040150"/>
            <a:chOff x="-1268250" y="-1448331"/>
            <a:chExt cx="11680500" cy="8040150"/>
          </a:xfrm>
        </p:grpSpPr>
        <p:sp>
          <p:nvSpPr>
            <p:cNvPr id="126" name="Google Shape;126;p16"/>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17"/>
          <p:cNvSpPr txBox="1"/>
          <p:nvPr>
            <p:ph type="title"/>
          </p:nvPr>
        </p:nvSpPr>
        <p:spPr>
          <a:xfrm>
            <a:off x="3496200" y="2285475"/>
            <a:ext cx="21516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2" name="Google Shape;132;p17"/>
          <p:cNvGrpSpPr/>
          <p:nvPr/>
        </p:nvGrpSpPr>
        <p:grpSpPr>
          <a:xfrm>
            <a:off x="-1268250" y="-1448331"/>
            <a:ext cx="11680500" cy="8040150"/>
            <a:chOff x="-1268250" y="-1448331"/>
            <a:chExt cx="11680500" cy="8040150"/>
          </a:xfrm>
        </p:grpSpPr>
        <p:sp>
          <p:nvSpPr>
            <p:cNvPr id="133" name="Google Shape;133;p17"/>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bg>
      <p:bgPr>
        <a:blipFill>
          <a:blip r:embed="rId2">
            <a:alphaModFix/>
          </a:blip>
          <a:stretch>
            <a:fillRect/>
          </a:stretch>
        </a:blipFill>
      </p:bgPr>
    </p:bg>
    <p:spTree>
      <p:nvGrpSpPr>
        <p:cNvPr id="137" name="Shape 137"/>
        <p:cNvGrpSpPr/>
        <p:nvPr/>
      </p:nvGrpSpPr>
      <p:grpSpPr>
        <a:xfrm>
          <a:off x="0" y="0"/>
          <a:ext cx="0" cy="0"/>
          <a:chOff x="0" y="0"/>
          <a:chExt cx="0" cy="0"/>
        </a:xfrm>
      </p:grpSpPr>
      <p:sp>
        <p:nvSpPr>
          <p:cNvPr id="138" name="Google Shape;138;p18"/>
          <p:cNvSpPr txBox="1"/>
          <p:nvPr>
            <p:ph idx="1" type="subTitle"/>
          </p:nvPr>
        </p:nvSpPr>
        <p:spPr>
          <a:xfrm>
            <a:off x="1090945" y="2225725"/>
            <a:ext cx="3587400" cy="1430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solidFill>
                  <a:srgbClr val="13042D"/>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39" name="Google Shape;139;p18"/>
          <p:cNvSpPr txBox="1"/>
          <p:nvPr>
            <p:ph type="title"/>
          </p:nvPr>
        </p:nvSpPr>
        <p:spPr>
          <a:xfrm>
            <a:off x="2427245" y="1645624"/>
            <a:ext cx="2254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200">
                <a:solidFill>
                  <a:srgbClr val="13042D"/>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40" name="Google Shape;140;p18"/>
          <p:cNvGrpSpPr/>
          <p:nvPr/>
        </p:nvGrpSpPr>
        <p:grpSpPr>
          <a:xfrm>
            <a:off x="-1268250" y="-1448331"/>
            <a:ext cx="11680500" cy="8040150"/>
            <a:chOff x="-1268250" y="-1448331"/>
            <a:chExt cx="11680500" cy="8040150"/>
          </a:xfrm>
        </p:grpSpPr>
        <p:sp>
          <p:nvSpPr>
            <p:cNvPr id="141" name="Google Shape;141;p18"/>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blipFill>
          <a:blip r:embed="rId2">
            <a:alphaModFix/>
          </a:blip>
          <a:stretch>
            <a:fillRect/>
          </a:stretch>
        </a:blipFill>
      </p:bgPr>
    </p:bg>
    <p:spTree>
      <p:nvGrpSpPr>
        <p:cNvPr id="145" name="Shape 145"/>
        <p:cNvGrpSpPr/>
        <p:nvPr/>
      </p:nvGrpSpPr>
      <p:grpSpPr>
        <a:xfrm>
          <a:off x="0" y="0"/>
          <a:ext cx="0" cy="0"/>
          <a:chOff x="0" y="0"/>
          <a:chExt cx="0" cy="0"/>
        </a:xfrm>
      </p:grpSpPr>
      <p:sp>
        <p:nvSpPr>
          <p:cNvPr id="146" name="Google Shape;146;p19"/>
          <p:cNvSpPr txBox="1"/>
          <p:nvPr>
            <p:ph type="title"/>
          </p:nvPr>
        </p:nvSpPr>
        <p:spPr>
          <a:xfrm>
            <a:off x="1443125" y="3392700"/>
            <a:ext cx="62577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47" name="Google Shape;147;p19"/>
          <p:cNvSpPr txBox="1"/>
          <p:nvPr>
            <p:ph idx="1" type="subTitle"/>
          </p:nvPr>
        </p:nvSpPr>
        <p:spPr>
          <a:xfrm>
            <a:off x="1443125" y="1188100"/>
            <a:ext cx="6257700" cy="1740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None/>
              <a:defRPr sz="2500">
                <a:solidFill>
                  <a:schemeClr val="lt2"/>
                </a:solidFill>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48" name="Google Shape;148;p19"/>
          <p:cNvGrpSpPr/>
          <p:nvPr/>
        </p:nvGrpSpPr>
        <p:grpSpPr>
          <a:xfrm>
            <a:off x="-1268250" y="-1448331"/>
            <a:ext cx="11680500" cy="8040150"/>
            <a:chOff x="-1268250" y="-1448331"/>
            <a:chExt cx="11680500" cy="8040150"/>
          </a:xfrm>
        </p:grpSpPr>
        <p:sp>
          <p:nvSpPr>
            <p:cNvPr id="149" name="Google Shape;149;p19"/>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blipFill>
          <a:blip r:embed="rId2">
            <a:alphaModFix/>
          </a:blip>
          <a:stretch>
            <a:fillRect/>
          </a:stretch>
        </a:blipFill>
      </p:bgPr>
    </p:bg>
    <p:spTree>
      <p:nvGrpSpPr>
        <p:cNvPr id="153" name="Shape 153"/>
        <p:cNvGrpSpPr/>
        <p:nvPr/>
      </p:nvGrpSpPr>
      <p:grpSpPr>
        <a:xfrm>
          <a:off x="0" y="0"/>
          <a:ext cx="0" cy="0"/>
          <a:chOff x="0" y="0"/>
          <a:chExt cx="0" cy="0"/>
        </a:xfrm>
      </p:grpSpPr>
      <p:sp>
        <p:nvSpPr>
          <p:cNvPr id="154" name="Google Shape;154;p20"/>
          <p:cNvSpPr txBox="1"/>
          <p:nvPr>
            <p:ph type="title"/>
          </p:nvPr>
        </p:nvSpPr>
        <p:spPr>
          <a:xfrm>
            <a:off x="7200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5" name="Google Shape;155;p20"/>
          <p:cNvSpPr txBox="1"/>
          <p:nvPr>
            <p:ph idx="1" type="subTitle"/>
          </p:nvPr>
        </p:nvSpPr>
        <p:spPr>
          <a:xfrm>
            <a:off x="7200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56" name="Google Shape;156;p20"/>
          <p:cNvSpPr txBox="1"/>
          <p:nvPr>
            <p:ph idx="2" type="title"/>
          </p:nvPr>
        </p:nvSpPr>
        <p:spPr>
          <a:xfrm>
            <a:off x="34038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7" name="Google Shape;157;p20"/>
          <p:cNvSpPr txBox="1"/>
          <p:nvPr>
            <p:ph idx="3" type="subTitle"/>
          </p:nvPr>
        </p:nvSpPr>
        <p:spPr>
          <a:xfrm>
            <a:off x="34038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58" name="Google Shape;158;p20"/>
          <p:cNvSpPr txBox="1"/>
          <p:nvPr>
            <p:ph idx="4" type="title"/>
          </p:nvPr>
        </p:nvSpPr>
        <p:spPr>
          <a:xfrm>
            <a:off x="60876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9" name="Google Shape;159;p20"/>
          <p:cNvSpPr txBox="1"/>
          <p:nvPr>
            <p:ph idx="5" type="subTitle"/>
          </p:nvPr>
        </p:nvSpPr>
        <p:spPr>
          <a:xfrm>
            <a:off x="60876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0" name="Google Shape;160;p20"/>
          <p:cNvSpPr txBox="1"/>
          <p:nvPr>
            <p:ph idx="6" type="title"/>
          </p:nvPr>
        </p:nvSpPr>
        <p:spPr>
          <a:xfrm>
            <a:off x="4422822" y="394350"/>
            <a:ext cx="40056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61" name="Google Shape;161;p20"/>
          <p:cNvGrpSpPr/>
          <p:nvPr/>
        </p:nvGrpSpPr>
        <p:grpSpPr>
          <a:xfrm>
            <a:off x="-1268250" y="-1448331"/>
            <a:ext cx="11680500" cy="8040150"/>
            <a:chOff x="-1268250" y="-1448331"/>
            <a:chExt cx="11680500" cy="8040150"/>
          </a:xfrm>
        </p:grpSpPr>
        <p:sp>
          <p:nvSpPr>
            <p:cNvPr id="162" name="Google Shape;162;p20"/>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0"/>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BLANK_1_1_1_2_1">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21"/>
          <p:cNvSpPr txBox="1"/>
          <p:nvPr>
            <p:ph type="title"/>
          </p:nvPr>
        </p:nvSpPr>
        <p:spPr>
          <a:xfrm>
            <a:off x="1472550" y="1051054"/>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8" name="Google Shape;168;p21"/>
          <p:cNvSpPr txBox="1"/>
          <p:nvPr>
            <p:ph idx="1" type="subTitle"/>
          </p:nvPr>
        </p:nvSpPr>
        <p:spPr>
          <a:xfrm>
            <a:off x="1472550" y="1447500"/>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9" name="Google Shape;169;p21"/>
          <p:cNvSpPr txBox="1"/>
          <p:nvPr>
            <p:ph idx="2" type="title"/>
          </p:nvPr>
        </p:nvSpPr>
        <p:spPr>
          <a:xfrm>
            <a:off x="4206048" y="394425"/>
            <a:ext cx="4222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p:txBody>
      </p:sp>
      <p:sp>
        <p:nvSpPr>
          <p:cNvPr id="170" name="Google Shape;170;p21"/>
          <p:cNvSpPr txBox="1"/>
          <p:nvPr>
            <p:ph idx="3" type="title"/>
          </p:nvPr>
        </p:nvSpPr>
        <p:spPr>
          <a:xfrm>
            <a:off x="1472550" y="2291926"/>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1" name="Google Shape;171;p21"/>
          <p:cNvSpPr txBox="1"/>
          <p:nvPr>
            <p:ph idx="4" type="subTitle"/>
          </p:nvPr>
        </p:nvSpPr>
        <p:spPr>
          <a:xfrm>
            <a:off x="1472550" y="2684425"/>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72" name="Google Shape;172;p21"/>
          <p:cNvSpPr txBox="1"/>
          <p:nvPr>
            <p:ph idx="5" type="title"/>
          </p:nvPr>
        </p:nvSpPr>
        <p:spPr>
          <a:xfrm>
            <a:off x="1472550" y="3532797"/>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3" name="Google Shape;173;p21"/>
          <p:cNvSpPr txBox="1"/>
          <p:nvPr>
            <p:ph idx="6" type="subTitle"/>
          </p:nvPr>
        </p:nvSpPr>
        <p:spPr>
          <a:xfrm>
            <a:off x="1472550" y="3921350"/>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174" name="Google Shape;174;p21"/>
          <p:cNvGrpSpPr/>
          <p:nvPr/>
        </p:nvGrpSpPr>
        <p:grpSpPr>
          <a:xfrm>
            <a:off x="-1268250" y="-1448331"/>
            <a:ext cx="11680500" cy="8040150"/>
            <a:chOff x="-1268250" y="-1448331"/>
            <a:chExt cx="11680500" cy="8040150"/>
          </a:xfrm>
        </p:grpSpPr>
        <p:sp>
          <p:nvSpPr>
            <p:cNvPr id="175" name="Google Shape;175;p21"/>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1"/>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1"/>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blipFill>
          <a:blip r:embed="rId2">
            <a:alphaModFix/>
          </a:blip>
          <a:stretch>
            <a:fillRect/>
          </a:stretch>
        </a:blipFill>
      </p:bgPr>
    </p:bg>
    <p:spTree>
      <p:nvGrpSpPr>
        <p:cNvPr id="179" name="Shape 179"/>
        <p:cNvGrpSpPr/>
        <p:nvPr/>
      </p:nvGrpSpPr>
      <p:grpSpPr>
        <a:xfrm>
          <a:off x="0" y="0"/>
          <a:ext cx="0" cy="0"/>
          <a:chOff x="0" y="0"/>
          <a:chExt cx="0" cy="0"/>
        </a:xfrm>
      </p:grpSpPr>
      <p:sp>
        <p:nvSpPr>
          <p:cNvPr id="180" name="Google Shape;180;p22"/>
          <p:cNvSpPr txBox="1"/>
          <p:nvPr>
            <p:ph hasCustomPrompt="1" type="title"/>
          </p:nvPr>
        </p:nvSpPr>
        <p:spPr>
          <a:xfrm>
            <a:off x="1746600" y="54000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1" name="Google Shape;181;p22"/>
          <p:cNvSpPr txBox="1"/>
          <p:nvPr>
            <p:ph idx="1" type="subTitle"/>
          </p:nvPr>
        </p:nvSpPr>
        <p:spPr>
          <a:xfrm>
            <a:off x="1746600" y="1246027"/>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82" name="Google Shape;182;p22"/>
          <p:cNvSpPr txBox="1"/>
          <p:nvPr>
            <p:ph hasCustomPrompt="1" idx="2" type="title"/>
          </p:nvPr>
        </p:nvSpPr>
        <p:spPr>
          <a:xfrm>
            <a:off x="1746600" y="199614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3" name="Google Shape;183;p22"/>
          <p:cNvSpPr txBox="1"/>
          <p:nvPr>
            <p:ph idx="3" type="subTitle"/>
          </p:nvPr>
        </p:nvSpPr>
        <p:spPr>
          <a:xfrm>
            <a:off x="1746600" y="2702160"/>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84" name="Google Shape;184;p22"/>
          <p:cNvSpPr txBox="1"/>
          <p:nvPr>
            <p:ph hasCustomPrompt="1" idx="4" type="title"/>
          </p:nvPr>
        </p:nvSpPr>
        <p:spPr>
          <a:xfrm>
            <a:off x="1746600" y="345230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5" name="Google Shape;185;p22"/>
          <p:cNvSpPr txBox="1"/>
          <p:nvPr>
            <p:ph idx="5" type="subTitle"/>
          </p:nvPr>
        </p:nvSpPr>
        <p:spPr>
          <a:xfrm>
            <a:off x="1746600" y="4158324"/>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186" name="Google Shape;186;p22"/>
          <p:cNvGrpSpPr/>
          <p:nvPr/>
        </p:nvGrpSpPr>
        <p:grpSpPr>
          <a:xfrm>
            <a:off x="-1268250" y="-1448331"/>
            <a:ext cx="11680500" cy="8040150"/>
            <a:chOff x="-1268250" y="-1448331"/>
            <a:chExt cx="11680500" cy="8040150"/>
          </a:xfrm>
        </p:grpSpPr>
        <p:sp>
          <p:nvSpPr>
            <p:cNvPr id="187" name="Google Shape;187;p22"/>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2"/>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2"/>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blipFill>
          <a:blip r:embed="rId2">
            <a:alphaModFix/>
          </a:blip>
          <a:stretch>
            <a:fillRect/>
          </a:stretch>
        </a:blipFill>
      </p:bgPr>
    </p:bg>
    <p:spTree>
      <p:nvGrpSpPr>
        <p:cNvPr id="191" name="Shape 191"/>
        <p:cNvGrpSpPr/>
        <p:nvPr/>
      </p:nvGrpSpPr>
      <p:grpSpPr>
        <a:xfrm>
          <a:off x="0" y="0"/>
          <a:ext cx="0" cy="0"/>
          <a:chOff x="0" y="0"/>
          <a:chExt cx="0" cy="0"/>
        </a:xfrm>
      </p:grpSpPr>
      <p:sp>
        <p:nvSpPr>
          <p:cNvPr id="192" name="Google Shape;192;p23"/>
          <p:cNvSpPr txBox="1"/>
          <p:nvPr>
            <p:ph type="ctrTitle"/>
          </p:nvPr>
        </p:nvSpPr>
        <p:spPr>
          <a:xfrm>
            <a:off x="2429950" y="669825"/>
            <a:ext cx="4284000" cy="99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5200">
                <a:solidFill>
                  <a:schemeClr val="dk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93" name="Google Shape;193;p23"/>
          <p:cNvSpPr txBox="1"/>
          <p:nvPr>
            <p:ph idx="1" type="subTitle"/>
          </p:nvPr>
        </p:nvSpPr>
        <p:spPr>
          <a:xfrm>
            <a:off x="2425075" y="2085550"/>
            <a:ext cx="4293900" cy="1197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94" name="Google Shape;194;p23"/>
          <p:cNvGrpSpPr/>
          <p:nvPr/>
        </p:nvGrpSpPr>
        <p:grpSpPr>
          <a:xfrm>
            <a:off x="-1268250" y="-1448331"/>
            <a:ext cx="11680500" cy="8040150"/>
            <a:chOff x="-1268250" y="-1448331"/>
            <a:chExt cx="11680500" cy="8040150"/>
          </a:xfrm>
        </p:grpSpPr>
        <p:sp>
          <p:nvSpPr>
            <p:cNvPr id="195" name="Google Shape;195;p23"/>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23"/>
          <p:cNvSpPr txBox="1"/>
          <p:nvPr/>
        </p:nvSpPr>
        <p:spPr>
          <a:xfrm>
            <a:off x="2425075" y="3493225"/>
            <a:ext cx="4293900" cy="693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1"/>
                </a:solidFill>
                <a:latin typeface="Source Sans Pro"/>
                <a:ea typeface="Source Sans Pro"/>
                <a:cs typeface="Source Sans Pro"/>
                <a:sym typeface="Source Sans Pro"/>
              </a:rPr>
              <a:t>CREDITS: This presentation template was created by </a:t>
            </a:r>
            <a:r>
              <a:rPr lang="en">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Slidesgo</a:t>
            </a:r>
            <a:r>
              <a:rPr lang="en">
                <a:solidFill>
                  <a:schemeClr val="dk1"/>
                </a:solidFill>
                <a:latin typeface="Source Sans Pro"/>
                <a:ea typeface="Source Sans Pro"/>
                <a:cs typeface="Source Sans Pro"/>
                <a:sym typeface="Source Sans Pro"/>
              </a:rPr>
              <a:t>, including icons by </a:t>
            </a:r>
            <a:r>
              <a:rPr lang="en">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Flaticon</a:t>
            </a:r>
            <a:r>
              <a:rPr lang="en">
                <a:solidFill>
                  <a:schemeClr val="dk1"/>
                </a:solidFill>
                <a:latin typeface="Source Sans Pro"/>
                <a:ea typeface="Source Sans Pro"/>
                <a:cs typeface="Source Sans Pro"/>
                <a:sym typeface="Source Sans Pro"/>
              </a:rPr>
              <a:t>, and infographics &amp; images by </a:t>
            </a:r>
            <a:r>
              <a:rPr lang="en">
                <a:solidFill>
                  <a:schemeClr val="dk1"/>
                </a:solidFill>
                <a:uFill>
                  <a:noFill/>
                </a:uFill>
                <a:latin typeface="Source Sans Pro"/>
                <a:ea typeface="Source Sans Pro"/>
                <a:cs typeface="Source Sans Pro"/>
                <a:sym typeface="Source Sans Pro"/>
                <a:hlinkClick r:id="rId5">
                  <a:extLst>
                    <a:ext uri="{A12FA001-AC4F-418D-AE19-62706E023703}">
                      <ahyp:hlinkClr val="tx"/>
                    </a:ext>
                  </a:extLst>
                </a:hlinkClick>
              </a:rPr>
              <a:t>Freepik</a:t>
            </a:r>
            <a:endParaRPr>
              <a:solidFill>
                <a:schemeClr val="dk1"/>
              </a:solidFill>
              <a:latin typeface="Source Sans Pro"/>
              <a:ea typeface="Source Sans Pro"/>
              <a:cs typeface="Source Sans Pro"/>
              <a:sym typeface="Source Sans P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blipFill>
          <a:blip r:embed="rId2">
            <a:alphaModFix/>
          </a:blip>
          <a:stretch>
            <a:fillRect/>
          </a:stretch>
        </a:blipFill>
      </p:bgPr>
    </p:bg>
    <p:spTree>
      <p:nvGrpSpPr>
        <p:cNvPr id="200" name="Shape 200"/>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blipFill>
          <a:blip r:embed="rId2">
            <a:alphaModFix/>
          </a:blip>
          <a:stretch>
            <a:fillRect/>
          </a:stretch>
        </a:blipFill>
      </p:bgPr>
    </p:bg>
    <p:spTree>
      <p:nvGrpSpPr>
        <p:cNvPr id="201" name="Shape 2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1pPr>
            <a:lvl2pPr lvl="1"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2pPr>
            <a:lvl3pPr lvl="2"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3pPr>
            <a:lvl4pPr lvl="3"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4pPr>
            <a:lvl5pPr lvl="4"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5pPr>
            <a:lvl6pPr lvl="5"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6pPr>
            <a:lvl7pPr lvl="6"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7pPr>
            <a:lvl8pPr lvl="7"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8pPr>
            <a:lvl9pPr lvl="8"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15000"/>
              </a:lnSpc>
              <a:spcBef>
                <a:spcPts val="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1pPr>
            <a:lvl2pPr indent="-330200" lvl="1" marL="9144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2pPr>
            <a:lvl3pPr indent="-330200" lvl="2" marL="13716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3pPr>
            <a:lvl4pPr indent="-330200" lvl="3" marL="18288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4pPr>
            <a:lvl5pPr indent="-330200" lvl="4" marL="22860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5pPr>
            <a:lvl6pPr indent="-330200" lvl="5" marL="27432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6pPr>
            <a:lvl7pPr indent="-330200" lvl="6" marL="32004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7pPr>
            <a:lvl8pPr indent="-330200" lvl="7" marL="36576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8pPr>
            <a:lvl9pPr indent="-330200" lvl="8" marL="4114800">
              <a:lnSpc>
                <a:spcPct val="115000"/>
              </a:lnSpc>
              <a:spcBef>
                <a:spcPts val="1600"/>
              </a:spcBef>
              <a:spcAft>
                <a:spcPts val="160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2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p26"/>
          <p:cNvSpPr txBox="1"/>
          <p:nvPr>
            <p:ph type="ctrTitle"/>
          </p:nvPr>
        </p:nvSpPr>
        <p:spPr>
          <a:xfrm>
            <a:off x="0" y="843625"/>
            <a:ext cx="9144000" cy="164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4"/>
                </a:solidFill>
              </a:rPr>
              <a:t>TAG’D</a:t>
            </a:r>
            <a:endParaRPr>
              <a:solidFill>
                <a:schemeClr val="accent4"/>
              </a:solidFill>
            </a:endParaRPr>
          </a:p>
        </p:txBody>
      </p:sp>
      <p:sp>
        <p:nvSpPr>
          <p:cNvPr id="207" name="Google Shape;207;p26"/>
          <p:cNvSpPr txBox="1"/>
          <p:nvPr>
            <p:ph idx="1" type="subTitle"/>
          </p:nvPr>
        </p:nvSpPr>
        <p:spPr>
          <a:xfrm>
            <a:off x="1477050" y="4320994"/>
            <a:ext cx="6189900" cy="3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Rate and Review your favorite video games/media!</a:t>
            </a:r>
            <a:endParaRPr>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a:solidFill>
                <a:schemeClr val="lt1"/>
              </a:solidFill>
              <a:latin typeface="Source Sans Pro"/>
              <a:ea typeface="Source Sans Pro"/>
              <a:cs typeface="Source Sans Pro"/>
              <a:sym typeface="Source Sans Pro"/>
            </a:endParaRPr>
          </a:p>
        </p:txBody>
      </p:sp>
      <p:sp>
        <p:nvSpPr>
          <p:cNvPr id="208" name="Google Shape;208;p26"/>
          <p:cNvSpPr txBox="1"/>
          <p:nvPr>
            <p:ph idx="1" type="subTitle"/>
          </p:nvPr>
        </p:nvSpPr>
        <p:spPr>
          <a:xfrm rot="-5400000">
            <a:off x="-1509650" y="2608625"/>
            <a:ext cx="4063200" cy="38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Wesley Icer • Isabel Acosta</a:t>
            </a:r>
            <a:endParaRPr>
              <a:solidFill>
                <a:schemeClr val="lt1"/>
              </a:solidFill>
              <a:latin typeface="Source Sans Pro"/>
              <a:ea typeface="Source Sans Pro"/>
              <a:cs typeface="Source Sans Pro"/>
              <a:sym typeface="Source Sans Pro"/>
            </a:endParaRPr>
          </a:p>
        </p:txBody>
      </p:sp>
      <p:pic>
        <p:nvPicPr>
          <p:cNvPr id="209" name="Google Shape;209;p26"/>
          <p:cNvPicPr preferRelativeResize="0"/>
          <p:nvPr/>
        </p:nvPicPr>
        <p:blipFill rotWithShape="1">
          <a:blip r:embed="rId4">
            <a:alphaModFix/>
          </a:blip>
          <a:srcRect b="5231" l="7828" r="7819" t="50813"/>
          <a:stretch/>
        </p:blipFill>
        <p:spPr>
          <a:xfrm>
            <a:off x="715450" y="2072575"/>
            <a:ext cx="7713101" cy="2260899"/>
          </a:xfrm>
          <a:prstGeom prst="rect">
            <a:avLst/>
          </a:prstGeom>
          <a:noFill/>
          <a:ln cap="flat" cmpd="sng" w="19050">
            <a:solidFill>
              <a:srgbClr val="D393FF"/>
            </a:solidFill>
            <a:prstDash val="solid"/>
            <a:round/>
            <a:headEnd len="sm" w="sm" type="none"/>
            <a:tailEnd len="sm" w="sm" type="none"/>
          </a:ln>
        </p:spPr>
      </p:pic>
      <p:sp>
        <p:nvSpPr>
          <p:cNvPr id="210" name="Google Shape;210;p26"/>
          <p:cNvSpPr/>
          <p:nvPr/>
        </p:nvSpPr>
        <p:spPr>
          <a:xfrm>
            <a:off x="1561738" y="540234"/>
            <a:ext cx="6020515" cy="647276"/>
          </a:xfrm>
          <a:prstGeom prst="rect">
            <a:avLst/>
          </a:prstGeom>
        </p:spPr>
        <p:txBody>
          <a:bodyPr>
            <a:prstTxWarp prst="textPlain"/>
          </a:bodyPr>
          <a:lstStyle/>
          <a:p>
            <a:pPr lvl="0" algn="ctr"/>
            <a:r>
              <a:rPr b="0" i="0">
                <a:ln cap="flat" cmpd="sng" w="28575">
                  <a:solidFill>
                    <a:schemeClr val="accent4"/>
                  </a:solidFill>
                  <a:prstDash val="solid"/>
                  <a:round/>
                  <a:headEnd len="sm" w="sm" type="none"/>
                  <a:tailEnd len="sm" w="sm" type="none"/>
                </a:ln>
                <a:noFill/>
                <a:latin typeface="Archivo Black"/>
              </a:rPr>
              <a:t>TEAM BETA</a:t>
            </a:r>
          </a:p>
        </p:txBody>
      </p:sp>
      <p:sp>
        <p:nvSpPr>
          <p:cNvPr id="211" name="Google Shape;211;p26"/>
          <p:cNvSpPr/>
          <p:nvPr/>
        </p:nvSpPr>
        <p:spPr>
          <a:xfrm>
            <a:off x="7566975" y="44672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6"/>
          <p:cNvSpPr txBox="1"/>
          <p:nvPr>
            <p:ph idx="1" type="subTitle"/>
          </p:nvPr>
        </p:nvSpPr>
        <p:spPr>
          <a:xfrm rot="5400000">
            <a:off x="6478775" y="2329400"/>
            <a:ext cx="4063200" cy="38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Jonathan Elia  • Caleb Abraham</a:t>
            </a:r>
            <a:endParaRPr>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a:solidFill>
                <a:schemeClr val="lt1"/>
              </a:solidFill>
              <a:latin typeface="Source Sans Pro"/>
              <a:ea typeface="Source Sans Pro"/>
              <a:cs typeface="Source Sans Pro"/>
              <a:sym typeface="Source Sans Pro"/>
            </a:endParaRPr>
          </a:p>
        </p:txBody>
      </p:sp>
      <p:sp>
        <p:nvSpPr>
          <p:cNvPr id="213" name="Google Shape;213;p26"/>
          <p:cNvSpPr/>
          <p:nvPr/>
        </p:nvSpPr>
        <p:spPr>
          <a:xfrm>
            <a:off x="386188" y="404926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a:off x="4314000" y="-1580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27"/>
          <p:cNvSpPr txBox="1"/>
          <p:nvPr>
            <p:ph type="title"/>
          </p:nvPr>
        </p:nvSpPr>
        <p:spPr>
          <a:xfrm>
            <a:off x="-551349" y="387321"/>
            <a:ext cx="5988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TAG’D ?</a:t>
            </a:r>
            <a:endParaRPr/>
          </a:p>
        </p:txBody>
      </p:sp>
      <p:sp>
        <p:nvSpPr>
          <p:cNvPr id="220" name="Google Shape;220;p27"/>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TAG’D is an online forum and community where video game players and enthusiasts can discuss and debate their favorite games. Inspired by similar services like Letterboxd it allows users to review and journal their feelings on the titles they play and complete. In addition to reviewing, users will be able to go to a specific game's information page, share clips, and contribute to forum posts about questions on how to get a specific thing/achievement done in a video game.</a:t>
            </a:r>
            <a:endParaRPr>
              <a:solidFill>
                <a:schemeClr val="lt2"/>
              </a:solidFill>
            </a:endParaRPr>
          </a:p>
          <a:p>
            <a:pPr indent="0" lvl="0" marL="0" rtl="0" algn="l">
              <a:spcBef>
                <a:spcPts val="1000"/>
              </a:spcBef>
              <a:spcAft>
                <a:spcPts val="0"/>
              </a:spcAft>
              <a:buNone/>
            </a:pPr>
            <a:r>
              <a:rPr lang="en">
                <a:solidFill>
                  <a:schemeClr val="lt2"/>
                </a:solidFill>
              </a:rPr>
              <a:t>Together, our group created the backbone set up to </a:t>
            </a:r>
            <a:r>
              <a:rPr lang="en">
                <a:solidFill>
                  <a:schemeClr val="lt2"/>
                </a:solidFill>
              </a:rPr>
              <a:t>allow</a:t>
            </a:r>
            <a:r>
              <a:rPr lang="en">
                <a:solidFill>
                  <a:schemeClr val="lt2"/>
                </a:solidFill>
              </a:rPr>
              <a:t> this project to move forward to implementation and potential launch. </a:t>
            </a:r>
            <a:endParaRPr>
              <a:solidFill>
                <a:schemeClr val="lt2"/>
              </a:solidFill>
            </a:endParaRPr>
          </a:p>
          <a:p>
            <a:pPr indent="0" lvl="0" marL="0" rtl="0" algn="l">
              <a:spcBef>
                <a:spcPts val="1000"/>
              </a:spcBef>
              <a:spcAft>
                <a:spcPts val="0"/>
              </a:spcAft>
              <a:buNone/>
            </a:pPr>
            <a:r>
              <a:rPr lang="en">
                <a:solidFill>
                  <a:schemeClr val="lt2"/>
                </a:solidFill>
              </a:rPr>
              <a:t>This </a:t>
            </a:r>
            <a:r>
              <a:rPr lang="en">
                <a:solidFill>
                  <a:schemeClr val="lt2"/>
                </a:solidFill>
              </a:rPr>
              <a:t>setup</a:t>
            </a:r>
            <a:r>
              <a:rPr lang="en">
                <a:solidFill>
                  <a:schemeClr val="lt2"/>
                </a:solidFill>
              </a:rPr>
              <a:t> has been divided into 3 different documents:</a:t>
            </a:r>
            <a:endParaRPr>
              <a:solidFill>
                <a:schemeClr val="lt2"/>
              </a:solidFill>
            </a:endParaRPr>
          </a:p>
          <a:p>
            <a:pPr indent="-304800" lvl="0" marL="914400" rtl="0" algn="l">
              <a:spcBef>
                <a:spcPts val="1000"/>
              </a:spcBef>
              <a:spcAft>
                <a:spcPts val="0"/>
              </a:spcAft>
              <a:buClr>
                <a:schemeClr val="lt2"/>
              </a:buClr>
              <a:buSzPts val="1200"/>
              <a:buChar char="●"/>
            </a:pPr>
            <a:r>
              <a:rPr lang="en">
                <a:solidFill>
                  <a:schemeClr val="lt2"/>
                </a:solidFill>
              </a:rPr>
              <a:t>Project Plan Document</a:t>
            </a:r>
            <a:endParaRPr>
              <a:solidFill>
                <a:schemeClr val="lt2"/>
              </a:solidFill>
            </a:endParaRPr>
          </a:p>
          <a:p>
            <a:pPr indent="-304800" lvl="0" marL="914400" rtl="0" algn="l">
              <a:spcBef>
                <a:spcPts val="0"/>
              </a:spcBef>
              <a:spcAft>
                <a:spcPts val="0"/>
              </a:spcAft>
              <a:buClr>
                <a:schemeClr val="lt2"/>
              </a:buClr>
              <a:buSzPts val="1200"/>
              <a:buChar char="●"/>
            </a:pPr>
            <a:r>
              <a:rPr lang="en">
                <a:solidFill>
                  <a:schemeClr val="lt2"/>
                </a:solidFill>
              </a:rPr>
              <a:t>System Requirements Document</a:t>
            </a:r>
            <a:endParaRPr>
              <a:solidFill>
                <a:schemeClr val="lt2"/>
              </a:solidFill>
            </a:endParaRPr>
          </a:p>
          <a:p>
            <a:pPr indent="-304800" lvl="0" marL="914400" rtl="0" algn="l">
              <a:spcBef>
                <a:spcPts val="0"/>
              </a:spcBef>
              <a:spcAft>
                <a:spcPts val="0"/>
              </a:spcAft>
              <a:buClr>
                <a:schemeClr val="lt2"/>
              </a:buClr>
              <a:buSzPts val="1200"/>
              <a:buChar char="●"/>
            </a:pPr>
            <a:r>
              <a:rPr lang="en">
                <a:solidFill>
                  <a:schemeClr val="lt2"/>
                </a:solidFill>
              </a:rPr>
              <a:t>System Design Document</a:t>
            </a:r>
            <a:endParaRPr>
              <a:solidFill>
                <a:schemeClr val="lt2"/>
              </a:solidFill>
            </a:endParaRPr>
          </a:p>
        </p:txBody>
      </p:sp>
      <p:sp>
        <p:nvSpPr>
          <p:cNvPr id="221" name="Google Shape;221;p27"/>
          <p:cNvSpPr/>
          <p:nvPr/>
        </p:nvSpPr>
        <p:spPr>
          <a:xfrm>
            <a:off x="1960542" y="534975"/>
            <a:ext cx="1623486" cy="291350"/>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WHAT IS</a:t>
            </a:r>
          </a:p>
        </p:txBody>
      </p:sp>
      <p:sp>
        <p:nvSpPr>
          <p:cNvPr id="222" name="Google Shape;222;p27"/>
          <p:cNvSpPr/>
          <p:nvPr/>
        </p:nvSpPr>
        <p:spPr>
          <a:xfrm>
            <a:off x="5730450"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8099288" y="382926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83365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28"/>
          <p:cNvSpPr txBox="1"/>
          <p:nvPr>
            <p:ph type="title"/>
          </p:nvPr>
        </p:nvSpPr>
        <p:spPr>
          <a:xfrm>
            <a:off x="1285050" y="736188"/>
            <a:ext cx="3189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GOAL</a:t>
            </a:r>
            <a:endParaRPr>
              <a:solidFill>
                <a:schemeClr val="dk1"/>
              </a:solidFill>
            </a:endParaRPr>
          </a:p>
        </p:txBody>
      </p:sp>
      <p:sp>
        <p:nvSpPr>
          <p:cNvPr id="230" name="Google Shape;230;p28"/>
          <p:cNvSpPr txBox="1"/>
          <p:nvPr>
            <p:ph idx="1" type="subTitle"/>
          </p:nvPr>
        </p:nvSpPr>
        <p:spPr>
          <a:xfrm>
            <a:off x="849375" y="2018325"/>
            <a:ext cx="3980700" cy="20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TAG'D is a social networking platform designed for gamers to build and express their digital identity through the games they play. The application allows users to curate a personal profile of their favorite and recently played titles, discover new games through community-driven recommendations, and engage with other players in a moderated, welcoming environment. Beyond the individual user, TAG'D also serves as a promotional channel for indie developers, offering visibility for new releases to an audience of actively engaged gamers.</a:t>
            </a:r>
            <a:endParaRPr>
              <a:solidFill>
                <a:schemeClr val="dk1"/>
              </a:solidFill>
            </a:endParaRPr>
          </a:p>
        </p:txBody>
      </p:sp>
      <p:pic>
        <p:nvPicPr>
          <p:cNvPr id="231" name="Google Shape;231;p28"/>
          <p:cNvPicPr preferRelativeResize="0"/>
          <p:nvPr/>
        </p:nvPicPr>
        <p:blipFill rotWithShape="1">
          <a:blip r:embed="rId4">
            <a:alphaModFix/>
          </a:blip>
          <a:srcRect b="0" l="25780" r="25780" t="0"/>
          <a:stretch/>
        </p:blipFill>
        <p:spPr>
          <a:xfrm>
            <a:off x="4929300" y="534975"/>
            <a:ext cx="3499248" cy="4063500"/>
          </a:xfrm>
          <a:prstGeom prst="rect">
            <a:avLst/>
          </a:prstGeom>
          <a:noFill/>
          <a:ln cap="flat" cmpd="sng" w="19050">
            <a:solidFill>
              <a:schemeClr val="dk2"/>
            </a:solidFill>
            <a:prstDash val="solid"/>
            <a:round/>
            <a:headEnd len="sm" w="sm" type="none"/>
            <a:tailEnd len="sm" w="sm" type="none"/>
          </a:ln>
        </p:spPr>
      </p:pic>
      <p:sp>
        <p:nvSpPr>
          <p:cNvPr id="232" name="Google Shape;232;p28"/>
          <p:cNvSpPr/>
          <p:nvPr/>
        </p:nvSpPr>
        <p:spPr>
          <a:xfrm>
            <a:off x="691737" y="462563"/>
            <a:ext cx="1336049" cy="40170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233" name="Google Shape;233;p28"/>
          <p:cNvSpPr/>
          <p:nvPr/>
        </p:nvSpPr>
        <p:spPr>
          <a:xfrm>
            <a:off x="7566975" y="44672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4639213" y="43247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4314000" y="-1580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9"/>
          <p:cNvSpPr txBox="1"/>
          <p:nvPr>
            <p:ph type="title"/>
          </p:nvPr>
        </p:nvSpPr>
        <p:spPr>
          <a:xfrm>
            <a:off x="892350" y="1076300"/>
            <a:ext cx="1849800" cy="661500"/>
          </a:xfrm>
          <a:prstGeom prst="rect">
            <a:avLst/>
          </a:prstGeom>
        </p:spPr>
        <p:txBody>
          <a:bodyPr anchorCtr="0" anchor="ctr" bIns="91425" lIns="91425" spcFirstLastPara="1" rIns="274300" wrap="square" tIns="91425">
            <a:noAutofit/>
          </a:bodyPr>
          <a:lstStyle/>
          <a:p>
            <a:pPr indent="0" lvl="0" marL="0" rtl="0" algn="l">
              <a:spcBef>
                <a:spcPts val="0"/>
              </a:spcBef>
              <a:spcAft>
                <a:spcPts val="0"/>
              </a:spcAft>
              <a:buNone/>
            </a:pPr>
            <a:r>
              <a:rPr lang="en"/>
              <a:t>CONTEXT DIAGRAM</a:t>
            </a:r>
            <a:endParaRPr/>
          </a:p>
        </p:txBody>
      </p:sp>
      <p:sp>
        <p:nvSpPr>
          <p:cNvPr id="241" name="Google Shape;241;p29"/>
          <p:cNvSpPr txBox="1"/>
          <p:nvPr>
            <p:ph idx="1" type="subTitle"/>
          </p:nvPr>
        </p:nvSpPr>
        <p:spPr>
          <a:xfrm>
            <a:off x="885125" y="1737742"/>
            <a:ext cx="1849800" cy="71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A data flow diagram (DFD) which shows the</a:t>
            </a:r>
            <a:endParaRPr sz="1300"/>
          </a:p>
          <a:p>
            <a:pPr indent="0" lvl="0" marL="0" rtl="0" algn="l">
              <a:spcBef>
                <a:spcPts val="0"/>
              </a:spcBef>
              <a:spcAft>
                <a:spcPts val="0"/>
              </a:spcAft>
              <a:buNone/>
            </a:pPr>
            <a:r>
              <a:rPr lang="en" sz="1300"/>
              <a:t>scope of the system</a:t>
            </a:r>
            <a:endParaRPr sz="1300"/>
          </a:p>
        </p:txBody>
      </p:sp>
      <p:sp>
        <p:nvSpPr>
          <p:cNvPr id="242" name="Google Shape;242;p29"/>
          <p:cNvSpPr txBox="1"/>
          <p:nvPr>
            <p:ph idx="2" type="title"/>
          </p:nvPr>
        </p:nvSpPr>
        <p:spPr>
          <a:xfrm>
            <a:off x="3100429" y="1076300"/>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 CASE DIAGRAM</a:t>
            </a:r>
            <a:endParaRPr/>
          </a:p>
        </p:txBody>
      </p:sp>
      <p:sp>
        <p:nvSpPr>
          <p:cNvPr id="243" name="Google Shape;243;p29"/>
          <p:cNvSpPr txBox="1"/>
          <p:nvPr>
            <p:ph idx="3" type="subTitle"/>
          </p:nvPr>
        </p:nvSpPr>
        <p:spPr>
          <a:xfrm>
            <a:off x="3100427" y="1767290"/>
            <a:ext cx="1849800" cy="73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Behavioral diagram that visually represents how actors interact with a system</a:t>
            </a:r>
            <a:endParaRPr sz="1300"/>
          </a:p>
        </p:txBody>
      </p:sp>
      <p:sp>
        <p:nvSpPr>
          <p:cNvPr id="244" name="Google Shape;244;p29"/>
          <p:cNvSpPr txBox="1"/>
          <p:nvPr>
            <p:ph idx="4" type="title"/>
          </p:nvPr>
        </p:nvSpPr>
        <p:spPr>
          <a:xfrm>
            <a:off x="5308500" y="1076300"/>
            <a:ext cx="23487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DESIGN CLASS DIAGRAM</a:t>
            </a:r>
            <a:endParaRPr/>
          </a:p>
        </p:txBody>
      </p:sp>
      <p:sp>
        <p:nvSpPr>
          <p:cNvPr id="245" name="Google Shape;245;p29"/>
          <p:cNvSpPr txBox="1"/>
          <p:nvPr>
            <p:ph idx="5" type="subTitle"/>
          </p:nvPr>
        </p:nvSpPr>
        <p:spPr>
          <a:xfrm>
            <a:off x="5308527" y="1737667"/>
            <a:ext cx="1849800" cy="73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Visually represent the structure and relationships of classes within a system</a:t>
            </a:r>
            <a:endParaRPr sz="1300"/>
          </a:p>
        </p:txBody>
      </p:sp>
      <p:sp>
        <p:nvSpPr>
          <p:cNvPr id="246" name="Google Shape;246;p29"/>
          <p:cNvSpPr txBox="1"/>
          <p:nvPr>
            <p:ph idx="6" type="title"/>
          </p:nvPr>
        </p:nvSpPr>
        <p:spPr>
          <a:xfrm>
            <a:off x="888725" y="3267375"/>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SEQUENCE DIAGRAMS</a:t>
            </a:r>
            <a:endParaRPr/>
          </a:p>
        </p:txBody>
      </p:sp>
      <p:sp>
        <p:nvSpPr>
          <p:cNvPr id="247" name="Google Shape;247;p29"/>
          <p:cNvSpPr txBox="1"/>
          <p:nvPr>
            <p:ph idx="7" type="subTitle"/>
          </p:nvPr>
        </p:nvSpPr>
        <p:spPr>
          <a:xfrm>
            <a:off x="888725" y="3958503"/>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Visually represents the interactions between objects or components in a system over time</a:t>
            </a:r>
            <a:endParaRPr sz="1300"/>
          </a:p>
        </p:txBody>
      </p:sp>
      <p:sp>
        <p:nvSpPr>
          <p:cNvPr id="248" name="Google Shape;248;p29"/>
          <p:cNvSpPr txBox="1"/>
          <p:nvPr>
            <p:ph idx="8" type="title"/>
          </p:nvPr>
        </p:nvSpPr>
        <p:spPr>
          <a:xfrm>
            <a:off x="3059066" y="3119024"/>
            <a:ext cx="21654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STATECHART</a:t>
            </a:r>
            <a:endParaRPr/>
          </a:p>
        </p:txBody>
      </p:sp>
      <p:sp>
        <p:nvSpPr>
          <p:cNvPr id="249" name="Google Shape;249;p29"/>
          <p:cNvSpPr txBox="1"/>
          <p:nvPr>
            <p:ph idx="9" type="subTitle"/>
          </p:nvPr>
        </p:nvSpPr>
        <p:spPr>
          <a:xfrm>
            <a:off x="3070865" y="3869804"/>
            <a:ext cx="21654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Used to model the dynamic behavior of a system by depicting the states an object can be in and the transitions between these states triggered by events</a:t>
            </a:r>
            <a:endParaRPr sz="1300"/>
          </a:p>
        </p:txBody>
      </p:sp>
      <p:sp>
        <p:nvSpPr>
          <p:cNvPr id="250" name="Google Shape;250;p29"/>
          <p:cNvSpPr txBox="1"/>
          <p:nvPr>
            <p:ph idx="13" type="title"/>
          </p:nvPr>
        </p:nvSpPr>
        <p:spPr>
          <a:xfrm>
            <a:off x="5308525" y="3247668"/>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UI </a:t>
            </a:r>
            <a:endParaRPr/>
          </a:p>
          <a:p>
            <a:pPr indent="0" lvl="0" marL="0" rtl="0" algn="l">
              <a:spcBef>
                <a:spcPts val="0"/>
              </a:spcBef>
              <a:spcAft>
                <a:spcPts val="0"/>
              </a:spcAft>
              <a:buNone/>
            </a:pPr>
            <a:r>
              <a:rPr lang="en"/>
              <a:t>DESIGN</a:t>
            </a:r>
            <a:endParaRPr/>
          </a:p>
        </p:txBody>
      </p:sp>
      <p:sp>
        <p:nvSpPr>
          <p:cNvPr id="251" name="Google Shape;251;p29"/>
          <p:cNvSpPr txBox="1"/>
          <p:nvPr>
            <p:ph idx="14" type="subTitle"/>
          </p:nvPr>
        </p:nvSpPr>
        <p:spPr>
          <a:xfrm>
            <a:off x="5308525" y="3928875"/>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Our interface mockup to display how users will interact with our product</a:t>
            </a:r>
            <a:endParaRPr sz="1300"/>
          </a:p>
        </p:txBody>
      </p:sp>
      <p:sp>
        <p:nvSpPr>
          <p:cNvPr id="252" name="Google Shape;252;p29"/>
          <p:cNvSpPr txBox="1"/>
          <p:nvPr>
            <p:ph idx="15" type="title"/>
          </p:nvPr>
        </p:nvSpPr>
        <p:spPr>
          <a:xfrm rot="5400000">
            <a:off x="5883025" y="2309025"/>
            <a:ext cx="40782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CONTENTS</a:t>
            </a:r>
            <a:endParaRPr/>
          </a:p>
        </p:txBody>
      </p:sp>
      <p:sp>
        <p:nvSpPr>
          <p:cNvPr id="253" name="Google Shape;253;p29"/>
          <p:cNvSpPr/>
          <p:nvPr/>
        </p:nvSpPr>
        <p:spPr>
          <a:xfrm>
            <a:off x="996136" y="536792"/>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01.</a:t>
            </a:r>
          </a:p>
        </p:txBody>
      </p:sp>
      <p:sp>
        <p:nvSpPr>
          <p:cNvPr id="254" name="Google Shape;254;p29"/>
          <p:cNvSpPr/>
          <p:nvPr/>
        </p:nvSpPr>
        <p:spPr>
          <a:xfrm rot="5400000">
            <a:off x="7137677" y="2420686"/>
            <a:ext cx="2279622" cy="302125"/>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TABLE OF</a:t>
            </a:r>
          </a:p>
        </p:txBody>
      </p:sp>
      <p:sp>
        <p:nvSpPr>
          <p:cNvPr id="255" name="Google Shape;255;p29"/>
          <p:cNvSpPr/>
          <p:nvPr/>
        </p:nvSpPr>
        <p:spPr>
          <a:xfrm>
            <a:off x="3211398" y="536779"/>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02.</a:t>
            </a:r>
          </a:p>
        </p:txBody>
      </p:sp>
      <p:sp>
        <p:nvSpPr>
          <p:cNvPr id="256" name="Google Shape;256;p29"/>
          <p:cNvSpPr/>
          <p:nvPr/>
        </p:nvSpPr>
        <p:spPr>
          <a:xfrm>
            <a:off x="5423061" y="536717"/>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03.</a:t>
            </a:r>
          </a:p>
        </p:txBody>
      </p:sp>
      <p:sp>
        <p:nvSpPr>
          <p:cNvPr id="257" name="Google Shape;257;p29"/>
          <p:cNvSpPr/>
          <p:nvPr/>
        </p:nvSpPr>
        <p:spPr>
          <a:xfrm>
            <a:off x="996136" y="2718860"/>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04.</a:t>
            </a:r>
          </a:p>
        </p:txBody>
      </p:sp>
      <p:sp>
        <p:nvSpPr>
          <p:cNvPr id="258" name="Google Shape;258;p29"/>
          <p:cNvSpPr/>
          <p:nvPr/>
        </p:nvSpPr>
        <p:spPr>
          <a:xfrm>
            <a:off x="3211398" y="2718848"/>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05.</a:t>
            </a:r>
          </a:p>
        </p:txBody>
      </p:sp>
      <p:sp>
        <p:nvSpPr>
          <p:cNvPr id="259" name="Google Shape;259;p29"/>
          <p:cNvSpPr/>
          <p:nvPr/>
        </p:nvSpPr>
        <p:spPr>
          <a:xfrm>
            <a:off x="5423061" y="2718785"/>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06.</a:t>
            </a:r>
          </a:p>
        </p:txBody>
      </p:sp>
      <p:sp>
        <p:nvSpPr>
          <p:cNvPr id="260" name="Google Shape;260;p29"/>
          <p:cNvSpPr txBox="1"/>
          <p:nvPr/>
        </p:nvSpPr>
        <p:spPr>
          <a:xfrm rot="-5400000">
            <a:off x="-1513500" y="2378325"/>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TAG’D</a:t>
            </a:r>
            <a:endParaRPr sz="1600">
              <a:solidFill>
                <a:schemeClr val="lt1"/>
              </a:solidFill>
              <a:latin typeface="Source Sans Pro"/>
              <a:ea typeface="Source Sans Pro"/>
              <a:cs typeface="Source Sans Pro"/>
              <a:sym typeface="Source Sans Pro"/>
            </a:endParaRPr>
          </a:p>
        </p:txBody>
      </p:sp>
      <p:sp>
        <p:nvSpPr>
          <p:cNvPr id="261" name="Google Shape;261;p29"/>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9"/>
          <p:cNvSpPr/>
          <p:nvPr/>
        </p:nvSpPr>
        <p:spPr>
          <a:xfrm>
            <a:off x="136450" y="8642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9"/>
          <p:cNvSpPr/>
          <p:nvPr/>
        </p:nvSpPr>
        <p:spPr>
          <a:xfrm>
            <a:off x="7566975" y="44672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30"/>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269" name="Google Shape;269;p30"/>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CONTEXT DIAGRAM</a:t>
            </a:r>
            <a:endParaRPr/>
          </a:p>
          <a:p>
            <a:pPr indent="0" lvl="0" marL="0" rtl="0" algn="ctr">
              <a:spcBef>
                <a:spcPts val="0"/>
              </a:spcBef>
              <a:spcAft>
                <a:spcPts val="0"/>
              </a:spcAft>
              <a:buNone/>
            </a:pPr>
            <a:r>
              <a:t/>
            </a:r>
            <a:endParaRPr/>
          </a:p>
        </p:txBody>
      </p:sp>
      <p:sp>
        <p:nvSpPr>
          <p:cNvPr id="270" name="Google Shape;270;p30"/>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01.</a:t>
            </a:r>
          </a:p>
        </p:txBody>
      </p:sp>
      <p:sp>
        <p:nvSpPr>
          <p:cNvPr id="271" name="Google Shape;271;p30"/>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0"/>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1" title="TAGD_SCD.drawio.png"/>
          <p:cNvPicPr preferRelativeResize="0"/>
          <p:nvPr/>
        </p:nvPicPr>
        <p:blipFill>
          <a:blip r:embed="rId3">
            <a:alphaModFix/>
          </a:blip>
          <a:stretch>
            <a:fillRect/>
          </a:stretch>
        </p:blipFill>
        <p:spPr>
          <a:xfrm>
            <a:off x="1779449" y="274400"/>
            <a:ext cx="6299751" cy="4594699"/>
          </a:xfrm>
          <a:prstGeom prst="rect">
            <a:avLst/>
          </a:prstGeom>
          <a:noFill/>
          <a:ln cap="flat" cmpd="sng" w="19050">
            <a:solidFill>
              <a:schemeClr val="dk2"/>
            </a:solidFill>
            <a:prstDash val="solid"/>
            <a:round/>
            <a:headEnd len="sm" w="sm" type="none"/>
            <a:tailEnd len="sm" w="sm" type="none"/>
          </a:ln>
        </p:spPr>
      </p:pic>
      <p:sp>
        <p:nvSpPr>
          <p:cNvPr id="280" name="Google Shape;280;p31"/>
          <p:cNvSpPr/>
          <p:nvPr/>
        </p:nvSpPr>
        <p:spPr>
          <a:xfrm>
            <a:off x="240246"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281" name="Google Shape;281;p31"/>
          <p:cNvSpPr txBox="1"/>
          <p:nvPr>
            <p:ph idx="6" type="title"/>
          </p:nvPr>
        </p:nvSpPr>
        <p:spPr>
          <a:xfrm>
            <a:off x="-3143884" y="876288"/>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SSD:</a:t>
            </a:r>
            <a:endParaRPr/>
          </a:p>
        </p:txBody>
      </p:sp>
      <p:sp>
        <p:nvSpPr>
          <p:cNvPr id="282" name="Google Shape;282;p31"/>
          <p:cNvSpPr/>
          <p:nvPr/>
        </p:nvSpPr>
        <p:spPr>
          <a:xfrm>
            <a:off x="139625" y="41442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
          <p:cNvSpPr/>
          <p:nvPr/>
        </p:nvSpPr>
        <p:spPr>
          <a:xfrm>
            <a:off x="1064000" y="15081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32"/>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289" name="Google Shape;289;p32"/>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CASE DIAGRAM</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90" name="Google Shape;290;p32"/>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02.</a:t>
            </a:r>
          </a:p>
        </p:txBody>
      </p:sp>
      <p:sp>
        <p:nvSpPr>
          <p:cNvPr id="291" name="Google Shape;291;p32"/>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2"/>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2"/>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2"/>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3"/>
          <p:cNvSpPr/>
          <p:nvPr/>
        </p:nvSpPr>
        <p:spPr>
          <a:xfrm>
            <a:off x="437321"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300" name="Google Shape;300;p33"/>
          <p:cNvSpPr txBox="1"/>
          <p:nvPr>
            <p:ph idx="6" type="title"/>
          </p:nvPr>
        </p:nvSpPr>
        <p:spPr>
          <a:xfrm>
            <a:off x="-2749734" y="901263"/>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UCD:</a:t>
            </a:r>
            <a:endParaRPr/>
          </a:p>
        </p:txBody>
      </p:sp>
      <p:pic>
        <p:nvPicPr>
          <p:cNvPr id="301" name="Google Shape;301;p33" title="Tag'd Use Case Diagram.drawio.png"/>
          <p:cNvPicPr preferRelativeResize="0"/>
          <p:nvPr/>
        </p:nvPicPr>
        <p:blipFill>
          <a:blip r:embed="rId3">
            <a:alphaModFix/>
          </a:blip>
          <a:stretch>
            <a:fillRect/>
          </a:stretch>
        </p:blipFill>
        <p:spPr>
          <a:xfrm>
            <a:off x="2750166" y="231025"/>
            <a:ext cx="3643661" cy="4681441"/>
          </a:xfrm>
          <a:prstGeom prst="rect">
            <a:avLst/>
          </a:prstGeom>
          <a:noFill/>
          <a:ln cap="flat" cmpd="sng" w="19050">
            <a:solidFill>
              <a:schemeClr val="dk2"/>
            </a:solidFill>
            <a:prstDash val="solid"/>
            <a:round/>
            <a:headEnd len="sm" w="sm" type="none"/>
            <a:tailEnd len="sm" w="sm" type="none"/>
          </a:ln>
        </p:spPr>
      </p:pic>
      <p:sp>
        <p:nvSpPr>
          <p:cNvPr id="302" name="Google Shape;302;p33"/>
          <p:cNvSpPr/>
          <p:nvPr/>
        </p:nvSpPr>
        <p:spPr>
          <a:xfrm>
            <a:off x="287425" y="12079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
          <p:cNvSpPr/>
          <p:nvPr/>
        </p:nvSpPr>
        <p:spPr>
          <a:xfrm>
            <a:off x="6923400" y="43964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8031575" y="1530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10" name="Google Shape;310;p34"/>
          <p:cNvSpPr txBox="1"/>
          <p:nvPr>
            <p:ph idx="6" type="title"/>
          </p:nvPr>
        </p:nvSpPr>
        <p:spPr>
          <a:xfrm>
            <a:off x="-517850" y="262900"/>
            <a:ext cx="58887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1</a:t>
            </a:r>
            <a:endParaRPr/>
          </a:p>
        </p:txBody>
      </p:sp>
      <p:pic>
        <p:nvPicPr>
          <p:cNvPr id="311" name="Google Shape;311;p34" title="Tag'd Use Case Diagram.drawio.png"/>
          <p:cNvPicPr preferRelativeResize="0"/>
          <p:nvPr/>
        </p:nvPicPr>
        <p:blipFill rotWithShape="1">
          <a:blip r:embed="rId3">
            <a:alphaModFix/>
          </a:blip>
          <a:srcRect b="67694" l="0" r="0" t="0"/>
          <a:stretch/>
        </p:blipFill>
        <p:spPr>
          <a:xfrm>
            <a:off x="379225" y="1054350"/>
            <a:ext cx="8385552" cy="3480724"/>
          </a:xfrm>
          <a:prstGeom prst="rect">
            <a:avLst/>
          </a:prstGeom>
          <a:noFill/>
          <a:ln cap="flat" cmpd="sng" w="19050">
            <a:solidFill>
              <a:schemeClr val="dk2"/>
            </a:solidFill>
            <a:prstDash val="solid"/>
            <a:round/>
            <a:headEnd len="sm" w="sm" type="none"/>
            <a:tailEnd len="sm" w="sm" type="none"/>
          </a:ln>
        </p:spPr>
      </p:pic>
      <p:sp>
        <p:nvSpPr>
          <p:cNvPr id="312" name="Google Shape;312;p34"/>
          <p:cNvSpPr/>
          <p:nvPr/>
        </p:nvSpPr>
        <p:spPr>
          <a:xfrm>
            <a:off x="159350" y="4627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18" name="Google Shape;318;p35"/>
          <p:cNvSpPr txBox="1"/>
          <p:nvPr>
            <p:ph idx="6" type="title"/>
          </p:nvPr>
        </p:nvSpPr>
        <p:spPr>
          <a:xfrm>
            <a:off x="-517850" y="262900"/>
            <a:ext cx="5936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2</a:t>
            </a:r>
            <a:endParaRPr/>
          </a:p>
        </p:txBody>
      </p:sp>
      <p:pic>
        <p:nvPicPr>
          <p:cNvPr id="319" name="Google Shape;319;p35" title="Tag'd Use Case Diagram.drawio.png"/>
          <p:cNvPicPr preferRelativeResize="0"/>
          <p:nvPr/>
        </p:nvPicPr>
        <p:blipFill rotWithShape="1">
          <a:blip r:embed="rId3">
            <a:alphaModFix/>
          </a:blip>
          <a:srcRect b="35795" l="0" r="0" t="31899"/>
          <a:stretch/>
        </p:blipFill>
        <p:spPr>
          <a:xfrm>
            <a:off x="379225" y="1074050"/>
            <a:ext cx="8385552" cy="348072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6"/>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25" name="Google Shape;325;p36"/>
          <p:cNvSpPr txBox="1"/>
          <p:nvPr>
            <p:ph idx="6" type="title"/>
          </p:nvPr>
        </p:nvSpPr>
        <p:spPr>
          <a:xfrm>
            <a:off x="-517850" y="262900"/>
            <a:ext cx="5984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3</a:t>
            </a:r>
            <a:endParaRPr/>
          </a:p>
        </p:txBody>
      </p:sp>
      <p:pic>
        <p:nvPicPr>
          <p:cNvPr id="326" name="Google Shape;326;p36" title="Tag'd Use Case Diagram.drawio.png"/>
          <p:cNvPicPr preferRelativeResize="0"/>
          <p:nvPr/>
        </p:nvPicPr>
        <p:blipFill rotWithShape="1">
          <a:blip r:embed="rId3">
            <a:alphaModFix/>
          </a:blip>
          <a:srcRect b="0" l="0" r="0" t="62200"/>
          <a:stretch/>
        </p:blipFill>
        <p:spPr>
          <a:xfrm>
            <a:off x="379225" y="804350"/>
            <a:ext cx="8385552" cy="4072673"/>
          </a:xfrm>
          <a:prstGeom prst="rect">
            <a:avLst/>
          </a:prstGeom>
          <a:noFill/>
          <a:ln cap="flat" cmpd="sng" w="19050">
            <a:solidFill>
              <a:schemeClr val="dk2"/>
            </a:solidFill>
            <a:prstDash val="solid"/>
            <a:round/>
            <a:headEnd len="sm" w="sm" type="none"/>
            <a:tailEnd len="sm" w="sm" type="none"/>
          </a:ln>
        </p:spPr>
      </p:pic>
      <p:sp>
        <p:nvSpPr>
          <p:cNvPr id="327" name="Google Shape;327;p36"/>
          <p:cNvSpPr/>
          <p:nvPr/>
        </p:nvSpPr>
        <p:spPr>
          <a:xfrm>
            <a:off x="8111075" y="1740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7"/>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333" name="Google Shape;333;p37"/>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CLASS DIAGRAM</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34" name="Google Shape;334;p37"/>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03.</a:t>
            </a:r>
          </a:p>
        </p:txBody>
      </p:sp>
      <p:sp>
        <p:nvSpPr>
          <p:cNvPr id="335" name="Google Shape;335;p37"/>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7"/>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7"/>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7"/>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p:nvPr/>
        </p:nvSpPr>
        <p:spPr>
          <a:xfrm>
            <a:off x="437321"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344" name="Google Shape;344;p38"/>
          <p:cNvSpPr txBox="1"/>
          <p:nvPr>
            <p:ph idx="6" type="title"/>
          </p:nvPr>
        </p:nvSpPr>
        <p:spPr>
          <a:xfrm>
            <a:off x="-2749734" y="901263"/>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DCD:</a:t>
            </a:r>
            <a:endParaRPr/>
          </a:p>
        </p:txBody>
      </p:sp>
      <p:pic>
        <p:nvPicPr>
          <p:cNvPr id="345" name="Google Shape;345;p38" title="Class Diagram.drawio.png"/>
          <p:cNvPicPr preferRelativeResize="0"/>
          <p:nvPr/>
        </p:nvPicPr>
        <p:blipFill>
          <a:blip r:embed="rId3">
            <a:alphaModFix/>
          </a:blip>
          <a:stretch>
            <a:fillRect/>
          </a:stretch>
        </p:blipFill>
        <p:spPr>
          <a:xfrm>
            <a:off x="2288902" y="583300"/>
            <a:ext cx="5827450" cy="3976901"/>
          </a:xfrm>
          <a:prstGeom prst="rect">
            <a:avLst/>
          </a:prstGeom>
          <a:noFill/>
          <a:ln cap="flat" cmpd="sng" w="19050">
            <a:solidFill>
              <a:schemeClr val="lt1"/>
            </a:solidFill>
            <a:prstDash val="solid"/>
            <a:round/>
            <a:headEnd len="sm" w="sm" type="none"/>
            <a:tailEnd len="sm" w="sm" type="none"/>
          </a:ln>
        </p:spPr>
      </p:pic>
      <p:sp>
        <p:nvSpPr>
          <p:cNvPr id="346" name="Google Shape;346;p38"/>
          <p:cNvSpPr/>
          <p:nvPr/>
        </p:nvSpPr>
        <p:spPr>
          <a:xfrm>
            <a:off x="1558525" y="14739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8"/>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9"/>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54" name="Google Shape;354;p39"/>
          <p:cNvSpPr txBox="1"/>
          <p:nvPr>
            <p:ph idx="6" type="title"/>
          </p:nvPr>
        </p:nvSpPr>
        <p:spPr>
          <a:xfrm>
            <a:off x="2143275" y="215750"/>
            <a:ext cx="6519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LIST, GAMETITLE, FAVORITES</a:t>
            </a:r>
            <a:endParaRPr/>
          </a:p>
        </p:txBody>
      </p:sp>
      <p:pic>
        <p:nvPicPr>
          <p:cNvPr id="355" name="Google Shape;355;p39" title="Class Diagram.drawio.png"/>
          <p:cNvPicPr preferRelativeResize="0"/>
          <p:nvPr/>
        </p:nvPicPr>
        <p:blipFill rotWithShape="1">
          <a:blip r:embed="rId3">
            <a:alphaModFix/>
          </a:blip>
          <a:srcRect b="71353" l="2061" r="79888" t="3507"/>
          <a:stretch/>
        </p:blipFill>
        <p:spPr>
          <a:xfrm>
            <a:off x="286025" y="941475"/>
            <a:ext cx="2848825" cy="2707800"/>
          </a:xfrm>
          <a:prstGeom prst="rect">
            <a:avLst/>
          </a:prstGeom>
          <a:noFill/>
          <a:ln cap="flat" cmpd="sng" w="19050">
            <a:solidFill>
              <a:schemeClr val="dk2"/>
            </a:solidFill>
            <a:prstDash val="solid"/>
            <a:round/>
            <a:headEnd len="sm" w="sm" type="none"/>
            <a:tailEnd len="sm" w="sm" type="none"/>
          </a:ln>
        </p:spPr>
      </p:pic>
      <p:pic>
        <p:nvPicPr>
          <p:cNvPr id="356" name="Google Shape;356;p39" title="Class Diagram.drawio.png"/>
          <p:cNvPicPr preferRelativeResize="0"/>
          <p:nvPr/>
        </p:nvPicPr>
        <p:blipFill rotWithShape="1">
          <a:blip r:embed="rId3">
            <a:alphaModFix/>
          </a:blip>
          <a:srcRect b="67441" l="22120" r="56955" t="2056"/>
          <a:stretch/>
        </p:blipFill>
        <p:spPr>
          <a:xfrm>
            <a:off x="3147589" y="2036513"/>
            <a:ext cx="2848825" cy="2834086"/>
          </a:xfrm>
          <a:prstGeom prst="rect">
            <a:avLst/>
          </a:prstGeom>
          <a:noFill/>
          <a:ln cap="flat" cmpd="sng" w="19050">
            <a:solidFill>
              <a:schemeClr val="dk2"/>
            </a:solidFill>
            <a:prstDash val="solid"/>
            <a:round/>
            <a:headEnd len="sm" w="sm" type="none"/>
            <a:tailEnd len="sm" w="sm" type="none"/>
          </a:ln>
        </p:spPr>
      </p:pic>
      <p:pic>
        <p:nvPicPr>
          <p:cNvPr id="357" name="Google Shape;357;p39" title="Class Diagram.drawio.png"/>
          <p:cNvPicPr preferRelativeResize="0"/>
          <p:nvPr/>
        </p:nvPicPr>
        <p:blipFill rotWithShape="1">
          <a:blip r:embed="rId3">
            <a:alphaModFix/>
          </a:blip>
          <a:srcRect b="40123" l="6351" r="75207" t="36549"/>
          <a:stretch/>
        </p:blipFill>
        <p:spPr>
          <a:xfrm>
            <a:off x="6009175" y="941475"/>
            <a:ext cx="2910548" cy="2512701"/>
          </a:xfrm>
          <a:prstGeom prst="rect">
            <a:avLst/>
          </a:prstGeom>
          <a:noFill/>
          <a:ln cap="flat" cmpd="sng" w="19050">
            <a:solidFill>
              <a:schemeClr val="dk2"/>
            </a:solidFill>
            <a:prstDash val="solid"/>
            <a:round/>
            <a:headEnd len="sm" w="sm" type="none"/>
            <a:tailEnd len="sm" w="sm" type="none"/>
          </a:ln>
        </p:spPr>
      </p:pic>
      <p:sp>
        <p:nvSpPr>
          <p:cNvPr id="358" name="Google Shape;358;p39"/>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9"/>
          <p:cNvSpPr/>
          <p:nvPr/>
        </p:nvSpPr>
        <p:spPr>
          <a:xfrm>
            <a:off x="1710925" y="16263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9"/>
          <p:cNvSpPr/>
          <p:nvPr/>
        </p:nvSpPr>
        <p:spPr>
          <a:xfrm>
            <a:off x="5425675" y="6804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66" name="Google Shape;366;p40"/>
          <p:cNvSpPr txBox="1"/>
          <p:nvPr>
            <p:ph idx="6" type="title"/>
          </p:nvPr>
        </p:nvSpPr>
        <p:spPr>
          <a:xfrm>
            <a:off x="2044741" y="215750"/>
            <a:ext cx="37806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REVIEW &amp; USER</a:t>
            </a:r>
            <a:endParaRPr/>
          </a:p>
        </p:txBody>
      </p:sp>
      <p:pic>
        <p:nvPicPr>
          <p:cNvPr id="367" name="Google Shape;367;p40" title="Class Diagram.drawio.png"/>
          <p:cNvPicPr preferRelativeResize="0"/>
          <p:nvPr/>
        </p:nvPicPr>
        <p:blipFill rotWithShape="1">
          <a:blip r:embed="rId3">
            <a:alphaModFix/>
          </a:blip>
          <a:srcRect b="15128" l="23438" r="56733" t="61730"/>
          <a:stretch/>
        </p:blipFill>
        <p:spPr>
          <a:xfrm>
            <a:off x="699850" y="1306374"/>
            <a:ext cx="3177450" cy="2530751"/>
          </a:xfrm>
          <a:prstGeom prst="rect">
            <a:avLst/>
          </a:prstGeom>
          <a:noFill/>
          <a:ln cap="flat" cmpd="sng" w="19050">
            <a:solidFill>
              <a:schemeClr val="dk2"/>
            </a:solidFill>
            <a:prstDash val="solid"/>
            <a:round/>
            <a:headEnd len="sm" w="sm" type="none"/>
            <a:tailEnd len="sm" w="sm" type="none"/>
          </a:ln>
        </p:spPr>
      </p:pic>
      <p:pic>
        <p:nvPicPr>
          <p:cNvPr id="368" name="Google Shape;368;p40" title="Class Diagram.drawio.png"/>
          <p:cNvPicPr preferRelativeResize="0"/>
          <p:nvPr/>
        </p:nvPicPr>
        <p:blipFill rotWithShape="1">
          <a:blip r:embed="rId3">
            <a:alphaModFix/>
          </a:blip>
          <a:srcRect b="34666" l="44367" r="30132" t="31636"/>
          <a:stretch/>
        </p:blipFill>
        <p:spPr>
          <a:xfrm>
            <a:off x="4445300" y="1169025"/>
            <a:ext cx="3711398" cy="3347001"/>
          </a:xfrm>
          <a:prstGeom prst="rect">
            <a:avLst/>
          </a:prstGeom>
          <a:noFill/>
          <a:ln cap="flat" cmpd="sng" w="19050">
            <a:solidFill>
              <a:schemeClr val="dk2"/>
            </a:solidFill>
            <a:prstDash val="solid"/>
            <a:round/>
            <a:headEnd len="sm" w="sm" type="none"/>
            <a:tailEnd len="sm" w="sm" type="none"/>
          </a:ln>
        </p:spPr>
      </p:pic>
      <p:sp>
        <p:nvSpPr>
          <p:cNvPr id="369" name="Google Shape;369;p40"/>
          <p:cNvSpPr/>
          <p:nvPr/>
        </p:nvSpPr>
        <p:spPr>
          <a:xfrm>
            <a:off x="8475625" y="2441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0"/>
          <p:cNvSpPr/>
          <p:nvPr/>
        </p:nvSpPr>
        <p:spPr>
          <a:xfrm>
            <a:off x="104825" y="40000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ph idx="6" type="title"/>
          </p:nvPr>
        </p:nvSpPr>
        <p:spPr>
          <a:xfrm>
            <a:off x="2143275" y="215750"/>
            <a:ext cx="6519300" cy="110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FORUMPOST, ACHIEVEMENT,</a:t>
            </a:r>
            <a:r>
              <a:rPr lang="en"/>
              <a:t> </a:t>
            </a:r>
            <a:r>
              <a:rPr lang="en"/>
              <a:t>PLATFORM ACCOUNT</a:t>
            </a:r>
            <a:endParaRPr/>
          </a:p>
        </p:txBody>
      </p:sp>
      <p:sp>
        <p:nvSpPr>
          <p:cNvPr id="376" name="Google Shape;376;p41"/>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pic>
        <p:nvPicPr>
          <p:cNvPr id="377" name="Google Shape;377;p41" title="Class Diagram.drawio.png"/>
          <p:cNvPicPr preferRelativeResize="0"/>
          <p:nvPr/>
        </p:nvPicPr>
        <p:blipFill rotWithShape="1">
          <a:blip r:embed="rId3">
            <a:alphaModFix/>
          </a:blip>
          <a:srcRect b="71701" l="42215" r="1981" t="1814"/>
          <a:stretch/>
        </p:blipFill>
        <p:spPr>
          <a:xfrm>
            <a:off x="359862" y="1576775"/>
            <a:ext cx="8424273" cy="2728624"/>
          </a:xfrm>
          <a:prstGeom prst="rect">
            <a:avLst/>
          </a:prstGeom>
          <a:noFill/>
          <a:ln cap="flat" cmpd="sng" w="19050">
            <a:solidFill>
              <a:schemeClr val="dk2"/>
            </a:solidFill>
            <a:prstDash val="solid"/>
            <a:round/>
            <a:headEnd len="sm" w="sm" type="none"/>
            <a:tailEnd len="sm" w="sm" type="none"/>
          </a:ln>
        </p:spPr>
      </p:pic>
      <p:sp>
        <p:nvSpPr>
          <p:cNvPr id="378" name="Google Shape;378;p41"/>
          <p:cNvSpPr/>
          <p:nvPr/>
        </p:nvSpPr>
        <p:spPr>
          <a:xfrm>
            <a:off x="8268125" y="44398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1"/>
          <p:cNvSpPr/>
          <p:nvPr/>
        </p:nvSpPr>
        <p:spPr>
          <a:xfrm>
            <a:off x="232900" y="7100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85" name="Google Shape;385;p42"/>
          <p:cNvSpPr txBox="1"/>
          <p:nvPr>
            <p:ph idx="6" type="title"/>
          </p:nvPr>
        </p:nvSpPr>
        <p:spPr>
          <a:xfrm>
            <a:off x="2143275" y="215750"/>
            <a:ext cx="678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MODERATOR &amp; GAMEREQUESTFORM</a:t>
            </a:r>
            <a:endParaRPr/>
          </a:p>
        </p:txBody>
      </p:sp>
      <p:pic>
        <p:nvPicPr>
          <p:cNvPr id="386" name="Google Shape;386;p42" title="Class Diagram.drawio.png"/>
          <p:cNvPicPr preferRelativeResize="0"/>
          <p:nvPr/>
        </p:nvPicPr>
        <p:blipFill rotWithShape="1">
          <a:blip r:embed="rId3">
            <a:alphaModFix/>
          </a:blip>
          <a:srcRect b="47528" l="74854" r="6649" t="36698"/>
          <a:stretch/>
        </p:blipFill>
        <p:spPr>
          <a:xfrm>
            <a:off x="345750" y="1519875"/>
            <a:ext cx="3614652" cy="2103751"/>
          </a:xfrm>
          <a:prstGeom prst="rect">
            <a:avLst/>
          </a:prstGeom>
          <a:noFill/>
          <a:ln cap="flat" cmpd="sng" w="19050">
            <a:solidFill>
              <a:schemeClr val="dk2"/>
            </a:solidFill>
            <a:prstDash val="solid"/>
            <a:round/>
            <a:headEnd len="sm" w="sm" type="none"/>
            <a:tailEnd len="sm" w="sm" type="none"/>
          </a:ln>
        </p:spPr>
      </p:pic>
      <p:pic>
        <p:nvPicPr>
          <p:cNvPr id="387" name="Google Shape;387;p42" title="Class Diagram.drawio.png"/>
          <p:cNvPicPr preferRelativeResize="0"/>
          <p:nvPr/>
        </p:nvPicPr>
        <p:blipFill rotWithShape="1">
          <a:blip r:embed="rId3">
            <a:alphaModFix/>
          </a:blip>
          <a:srcRect b="15058" l="69961" r="5849" t="61892"/>
          <a:stretch/>
        </p:blipFill>
        <p:spPr>
          <a:xfrm>
            <a:off x="4205750" y="1519875"/>
            <a:ext cx="4556028" cy="2962674"/>
          </a:xfrm>
          <a:prstGeom prst="rect">
            <a:avLst/>
          </a:prstGeom>
          <a:noFill/>
          <a:ln cap="flat" cmpd="sng" w="19050">
            <a:solidFill>
              <a:schemeClr val="dk2"/>
            </a:solidFill>
            <a:prstDash val="solid"/>
            <a:round/>
            <a:headEnd len="sm" w="sm" type="none"/>
            <a:tailEnd len="sm" w="sm" type="none"/>
          </a:ln>
        </p:spPr>
      </p:pic>
      <p:sp>
        <p:nvSpPr>
          <p:cNvPr id="388" name="Google Shape;388;p42"/>
          <p:cNvSpPr/>
          <p:nvPr/>
        </p:nvSpPr>
        <p:spPr>
          <a:xfrm>
            <a:off x="3568625" y="43550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2"/>
          <p:cNvSpPr/>
          <p:nvPr/>
        </p:nvSpPr>
        <p:spPr>
          <a:xfrm>
            <a:off x="8411475" y="2678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43"/>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395" name="Google Shape;395;p43"/>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SEQUENCE DIAGRAMS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96" name="Google Shape;396;p43"/>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04.</a:t>
            </a:r>
          </a:p>
        </p:txBody>
      </p:sp>
      <p:sp>
        <p:nvSpPr>
          <p:cNvPr id="397" name="Google Shape;397;p43"/>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3"/>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3"/>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3"/>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1:</a:t>
            </a:r>
          </a:p>
        </p:txBody>
      </p:sp>
      <p:sp>
        <p:nvSpPr>
          <p:cNvPr id="406" name="Google Shape;406;p44"/>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ACCOUNT CUSTOMIZATION</a:t>
            </a:r>
            <a:endParaRPr/>
          </a:p>
        </p:txBody>
      </p:sp>
      <p:sp>
        <p:nvSpPr>
          <p:cNvPr id="407" name="Google Shape;407;p44"/>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4"/>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4"/>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 name="Google Shape;410;p44" title="AccountCustomizationSSD.drawio.png"/>
          <p:cNvPicPr preferRelativeResize="0"/>
          <p:nvPr/>
        </p:nvPicPr>
        <p:blipFill>
          <a:blip r:embed="rId3">
            <a:alphaModFix/>
          </a:blip>
          <a:stretch>
            <a:fillRect/>
          </a:stretch>
        </p:blipFill>
        <p:spPr>
          <a:xfrm>
            <a:off x="2038700" y="742034"/>
            <a:ext cx="5066601" cy="4159299"/>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2:</a:t>
            </a:r>
          </a:p>
        </p:txBody>
      </p:sp>
      <p:sp>
        <p:nvSpPr>
          <p:cNvPr id="416" name="Google Shape;416;p45"/>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RATING/REVIEWING</a:t>
            </a:r>
            <a:endParaRPr/>
          </a:p>
        </p:txBody>
      </p:sp>
      <p:sp>
        <p:nvSpPr>
          <p:cNvPr id="417" name="Google Shape;417;p45"/>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5"/>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0" name="Google Shape;420;p45" title="Rating_Reviewing &amp; Game Forum post SSDs-rating_reviewing separate.drawio.png"/>
          <p:cNvPicPr preferRelativeResize="0"/>
          <p:nvPr/>
        </p:nvPicPr>
        <p:blipFill>
          <a:blip r:embed="rId3">
            <a:alphaModFix/>
          </a:blip>
          <a:stretch>
            <a:fillRect/>
          </a:stretch>
        </p:blipFill>
        <p:spPr>
          <a:xfrm>
            <a:off x="1620700" y="851300"/>
            <a:ext cx="5902600" cy="384420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6"/>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3:</a:t>
            </a:r>
          </a:p>
        </p:txBody>
      </p:sp>
      <p:sp>
        <p:nvSpPr>
          <p:cNvPr id="426" name="Google Shape;426;p46"/>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FAVORITES</a:t>
            </a:r>
            <a:endParaRPr/>
          </a:p>
        </p:txBody>
      </p:sp>
      <p:sp>
        <p:nvSpPr>
          <p:cNvPr id="427" name="Google Shape;427;p46"/>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6"/>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6"/>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46" title="Favorites First Cut Sequence Diagram.drawio.png"/>
          <p:cNvPicPr preferRelativeResize="0"/>
          <p:nvPr/>
        </p:nvPicPr>
        <p:blipFill>
          <a:blip r:embed="rId3">
            <a:alphaModFix/>
          </a:blip>
          <a:stretch>
            <a:fillRect/>
          </a:stretch>
        </p:blipFill>
        <p:spPr>
          <a:xfrm>
            <a:off x="1975475" y="721400"/>
            <a:ext cx="5193051" cy="42384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47"/>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436" name="Google Shape;436;p47"/>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STATECHART</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37" name="Google Shape;437;p47"/>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05.</a:t>
            </a:r>
          </a:p>
        </p:txBody>
      </p:sp>
      <p:sp>
        <p:nvSpPr>
          <p:cNvPr id="438" name="Google Shape;438;p47"/>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7"/>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7"/>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7"/>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8"/>
          <p:cNvSpPr/>
          <p:nvPr/>
        </p:nvSpPr>
        <p:spPr>
          <a:xfrm>
            <a:off x="437321" y="669056"/>
            <a:ext cx="1026202"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USER</a:t>
            </a:r>
          </a:p>
        </p:txBody>
      </p:sp>
      <p:sp>
        <p:nvSpPr>
          <p:cNvPr id="447" name="Google Shape;447;p48"/>
          <p:cNvSpPr txBox="1"/>
          <p:nvPr>
            <p:ph idx="6" type="title"/>
          </p:nvPr>
        </p:nvSpPr>
        <p:spPr>
          <a:xfrm>
            <a:off x="-1100475" y="901275"/>
            <a:ext cx="42702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STATECHART:</a:t>
            </a:r>
            <a:endParaRPr/>
          </a:p>
        </p:txBody>
      </p:sp>
      <p:sp>
        <p:nvSpPr>
          <p:cNvPr id="448" name="Google Shape;448;p48"/>
          <p:cNvSpPr/>
          <p:nvPr/>
        </p:nvSpPr>
        <p:spPr>
          <a:xfrm>
            <a:off x="1558525" y="14739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8"/>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8"/>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1" name="Google Shape;451;p48" title="UserStatechart.drawio.png"/>
          <p:cNvPicPr preferRelativeResize="0"/>
          <p:nvPr/>
        </p:nvPicPr>
        <p:blipFill rotWithShape="1">
          <a:blip r:embed="rId3">
            <a:alphaModFix/>
          </a:blip>
          <a:srcRect b="0" l="0" r="0" t="0"/>
          <a:stretch/>
        </p:blipFill>
        <p:spPr>
          <a:xfrm>
            <a:off x="2343675" y="1473975"/>
            <a:ext cx="5417369" cy="28818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49"/>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a:effectLst>
            <a:outerShdw blurRad="57150" rotWithShape="0" algn="bl" dir="5400000" dist="19050">
              <a:srgbClr val="000000">
                <a:alpha val="50000"/>
              </a:srgbClr>
            </a:outerShdw>
          </a:effectLst>
        </p:spPr>
      </p:pic>
      <p:sp>
        <p:nvSpPr>
          <p:cNvPr id="457" name="Google Shape;457;p49"/>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UI DESIGN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58" name="Google Shape;458;p49"/>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06.</a:t>
            </a:r>
          </a:p>
        </p:txBody>
      </p:sp>
      <p:sp>
        <p:nvSpPr>
          <p:cNvPr id="459" name="Google Shape;459;p49"/>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9"/>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9"/>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9"/>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0"/>
          <p:cNvSpPr/>
          <p:nvPr/>
        </p:nvSpPr>
        <p:spPr>
          <a:xfrm>
            <a:off x="286021" y="267837"/>
            <a:ext cx="1096123"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a:t>
            </a:r>
          </a:p>
        </p:txBody>
      </p:sp>
      <p:sp>
        <p:nvSpPr>
          <p:cNvPr id="468" name="Google Shape;468;p50"/>
          <p:cNvSpPr txBox="1"/>
          <p:nvPr>
            <p:ph idx="6" type="title"/>
          </p:nvPr>
        </p:nvSpPr>
        <p:spPr>
          <a:xfrm>
            <a:off x="306732" y="497080"/>
            <a:ext cx="651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 PAGE</a:t>
            </a:r>
            <a:endParaRPr/>
          </a:p>
        </p:txBody>
      </p:sp>
      <p:sp>
        <p:nvSpPr>
          <p:cNvPr id="469" name="Google Shape;469;p50"/>
          <p:cNvSpPr/>
          <p:nvPr/>
        </p:nvSpPr>
        <p:spPr>
          <a:xfrm>
            <a:off x="377250" y="42023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0"/>
          <p:cNvSpPr/>
          <p:nvPr/>
        </p:nvSpPr>
        <p:spPr>
          <a:xfrm>
            <a:off x="0" y="8188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0"/>
          <p:cNvSpPr/>
          <p:nvPr/>
        </p:nvSpPr>
        <p:spPr>
          <a:xfrm>
            <a:off x="8538350" y="514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2" name="Google Shape;472;p50"/>
          <p:cNvPicPr preferRelativeResize="0"/>
          <p:nvPr/>
        </p:nvPicPr>
        <p:blipFill>
          <a:blip r:embed="rId3">
            <a:alphaModFix/>
          </a:blip>
          <a:stretch>
            <a:fillRect/>
          </a:stretch>
        </p:blipFill>
        <p:spPr>
          <a:xfrm>
            <a:off x="3300213" y="124625"/>
            <a:ext cx="2532125" cy="4894250"/>
          </a:xfrm>
          <a:prstGeom prst="rect">
            <a:avLst/>
          </a:prstGeom>
          <a:noFill/>
          <a:ln>
            <a:noFill/>
          </a:ln>
        </p:spPr>
      </p:pic>
      <p:sp>
        <p:nvSpPr>
          <p:cNvPr id="473" name="Google Shape;473;p50"/>
          <p:cNvSpPr/>
          <p:nvPr/>
        </p:nvSpPr>
        <p:spPr>
          <a:xfrm>
            <a:off x="8467088" y="41310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1"/>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479" name="Google Shape;479;p51"/>
          <p:cNvSpPr txBox="1"/>
          <p:nvPr>
            <p:ph idx="6" type="title"/>
          </p:nvPr>
        </p:nvSpPr>
        <p:spPr>
          <a:xfrm>
            <a:off x="1633300" y="267825"/>
            <a:ext cx="772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NOTIFICATIONS, USER PROFILE</a:t>
            </a:r>
            <a:endParaRPr/>
          </a:p>
        </p:txBody>
      </p:sp>
      <p:sp>
        <p:nvSpPr>
          <p:cNvPr id="480" name="Google Shape;480;p51"/>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1"/>
          <p:cNvSpPr/>
          <p:nvPr/>
        </p:nvSpPr>
        <p:spPr>
          <a:xfrm>
            <a:off x="8544075" y="559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1"/>
          <p:cNvSpPr/>
          <p:nvPr/>
        </p:nvSpPr>
        <p:spPr>
          <a:xfrm>
            <a:off x="8221075"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3" name="Google Shape;483;p51"/>
          <p:cNvPicPr preferRelativeResize="0"/>
          <p:nvPr/>
        </p:nvPicPr>
        <p:blipFill>
          <a:blip r:embed="rId3">
            <a:alphaModFix/>
          </a:blip>
          <a:stretch>
            <a:fillRect/>
          </a:stretch>
        </p:blipFill>
        <p:spPr>
          <a:xfrm>
            <a:off x="2140600" y="937975"/>
            <a:ext cx="2009009" cy="3998175"/>
          </a:xfrm>
          <a:prstGeom prst="rect">
            <a:avLst/>
          </a:prstGeom>
          <a:noFill/>
          <a:ln>
            <a:noFill/>
          </a:ln>
        </p:spPr>
      </p:pic>
      <p:pic>
        <p:nvPicPr>
          <p:cNvPr id="484" name="Google Shape;484;p51"/>
          <p:cNvPicPr preferRelativeResize="0"/>
          <p:nvPr/>
        </p:nvPicPr>
        <p:blipFill>
          <a:blip r:embed="rId4">
            <a:alphaModFix/>
          </a:blip>
          <a:stretch>
            <a:fillRect/>
          </a:stretch>
        </p:blipFill>
        <p:spPr>
          <a:xfrm>
            <a:off x="4760034" y="937975"/>
            <a:ext cx="2085361" cy="3998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2"/>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490" name="Google Shape;490;p52"/>
          <p:cNvSpPr txBox="1"/>
          <p:nvPr>
            <p:ph idx="6" type="title"/>
          </p:nvPr>
        </p:nvSpPr>
        <p:spPr>
          <a:xfrm>
            <a:off x="1832675" y="174325"/>
            <a:ext cx="651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SEARCH, CREATE NEW POST</a:t>
            </a:r>
            <a:endParaRPr/>
          </a:p>
        </p:txBody>
      </p:sp>
      <p:sp>
        <p:nvSpPr>
          <p:cNvPr id="491" name="Google Shape;491;p52"/>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2"/>
          <p:cNvSpPr/>
          <p:nvPr/>
        </p:nvSpPr>
        <p:spPr>
          <a:xfrm>
            <a:off x="1376150" y="6715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2"/>
          <p:cNvSpPr/>
          <p:nvPr/>
        </p:nvSpPr>
        <p:spPr>
          <a:xfrm>
            <a:off x="8200350"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52"/>
          <p:cNvPicPr preferRelativeResize="0"/>
          <p:nvPr/>
        </p:nvPicPr>
        <p:blipFill>
          <a:blip r:embed="rId3">
            <a:alphaModFix/>
          </a:blip>
          <a:stretch>
            <a:fillRect/>
          </a:stretch>
        </p:blipFill>
        <p:spPr>
          <a:xfrm>
            <a:off x="1963100" y="837325"/>
            <a:ext cx="2146330" cy="4050250"/>
          </a:xfrm>
          <a:prstGeom prst="rect">
            <a:avLst/>
          </a:prstGeom>
          <a:noFill/>
          <a:ln>
            <a:noFill/>
          </a:ln>
        </p:spPr>
      </p:pic>
      <p:pic>
        <p:nvPicPr>
          <p:cNvPr id="495" name="Google Shape;495;p52"/>
          <p:cNvPicPr preferRelativeResize="0"/>
          <p:nvPr/>
        </p:nvPicPr>
        <p:blipFill>
          <a:blip r:embed="rId4">
            <a:alphaModFix/>
          </a:blip>
          <a:stretch>
            <a:fillRect/>
          </a:stretch>
        </p:blipFill>
        <p:spPr>
          <a:xfrm>
            <a:off x="4762738" y="837325"/>
            <a:ext cx="2173183" cy="4050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3"/>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501" name="Google Shape;501;p53"/>
          <p:cNvSpPr txBox="1"/>
          <p:nvPr>
            <p:ph idx="6" type="title"/>
          </p:nvPr>
        </p:nvSpPr>
        <p:spPr>
          <a:xfrm>
            <a:off x="1731075" y="174325"/>
            <a:ext cx="792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POST, GAME REQ FORM</a:t>
            </a:r>
            <a:endParaRPr/>
          </a:p>
        </p:txBody>
      </p:sp>
      <p:sp>
        <p:nvSpPr>
          <p:cNvPr id="502" name="Google Shape;502;p53"/>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3"/>
          <p:cNvSpPr/>
          <p:nvPr/>
        </p:nvSpPr>
        <p:spPr>
          <a:xfrm>
            <a:off x="1376150" y="6715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3"/>
          <p:cNvSpPr/>
          <p:nvPr/>
        </p:nvSpPr>
        <p:spPr>
          <a:xfrm>
            <a:off x="8200350"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5" name="Google Shape;505;p53"/>
          <p:cNvPicPr preferRelativeResize="0"/>
          <p:nvPr/>
        </p:nvPicPr>
        <p:blipFill>
          <a:blip r:embed="rId3">
            <a:alphaModFix/>
          </a:blip>
          <a:stretch>
            <a:fillRect/>
          </a:stretch>
        </p:blipFill>
        <p:spPr>
          <a:xfrm>
            <a:off x="1892150" y="747025"/>
            <a:ext cx="2203995" cy="4091676"/>
          </a:xfrm>
          <a:prstGeom prst="rect">
            <a:avLst/>
          </a:prstGeom>
          <a:noFill/>
          <a:ln>
            <a:noFill/>
          </a:ln>
        </p:spPr>
      </p:pic>
      <p:pic>
        <p:nvPicPr>
          <p:cNvPr id="506" name="Google Shape;506;p53"/>
          <p:cNvPicPr preferRelativeResize="0"/>
          <p:nvPr/>
        </p:nvPicPr>
        <p:blipFill>
          <a:blip r:embed="rId4">
            <a:alphaModFix/>
          </a:blip>
          <a:stretch>
            <a:fillRect/>
          </a:stretch>
        </p:blipFill>
        <p:spPr>
          <a:xfrm>
            <a:off x="4856495" y="747025"/>
            <a:ext cx="2078958" cy="40916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4"/>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WHATS NEXT?</a:t>
            </a:r>
            <a:endParaRPr/>
          </a:p>
        </p:txBody>
      </p:sp>
      <p:sp>
        <p:nvSpPr>
          <p:cNvPr id="512" name="Google Shape;512;p54"/>
          <p:cNvSpPr/>
          <p:nvPr/>
        </p:nvSpPr>
        <p:spPr>
          <a:xfrm>
            <a:off x="7600725" y="471132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4"/>
          <p:cNvSpPr/>
          <p:nvPr/>
        </p:nvSpPr>
        <p:spPr>
          <a:xfrm>
            <a:off x="65925" y="6454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55"/>
          <p:cNvPicPr preferRelativeResize="0"/>
          <p:nvPr/>
        </p:nvPicPr>
        <p:blipFill rotWithShape="1">
          <a:blip r:embed="rId3">
            <a:alphaModFix/>
          </a:blip>
          <a:srcRect b="56834" l="0" r="15448" t="7188"/>
          <a:stretch/>
        </p:blipFill>
        <p:spPr>
          <a:xfrm>
            <a:off x="706375" y="2731932"/>
            <a:ext cx="7731298" cy="1850550"/>
          </a:xfrm>
          <a:prstGeom prst="rect">
            <a:avLst/>
          </a:prstGeom>
          <a:noFill/>
          <a:ln cap="flat" cmpd="sng" w="19050">
            <a:solidFill>
              <a:schemeClr val="lt1"/>
            </a:solidFill>
            <a:prstDash val="solid"/>
            <a:round/>
            <a:headEnd len="sm" w="sm" type="none"/>
            <a:tailEnd len="sm" w="sm" type="none"/>
          </a:ln>
        </p:spPr>
      </p:pic>
      <p:sp>
        <p:nvSpPr>
          <p:cNvPr id="519" name="Google Shape;519;p55"/>
          <p:cNvSpPr txBox="1"/>
          <p:nvPr>
            <p:ph type="title"/>
          </p:nvPr>
        </p:nvSpPr>
        <p:spPr>
          <a:xfrm>
            <a:off x="861249" y="1926100"/>
            <a:ext cx="5751000" cy="53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rPr>
              <a:t>STEPS</a:t>
            </a:r>
            <a:endParaRPr>
              <a:solidFill>
                <a:schemeClr val="lt1"/>
              </a:solidFill>
            </a:endParaRPr>
          </a:p>
        </p:txBody>
      </p:sp>
      <p:sp>
        <p:nvSpPr>
          <p:cNvPr id="520" name="Google Shape;520;p55"/>
          <p:cNvSpPr txBox="1"/>
          <p:nvPr>
            <p:ph idx="1" type="subTitle"/>
          </p:nvPr>
        </p:nvSpPr>
        <p:spPr>
          <a:xfrm>
            <a:off x="1443175" y="276975"/>
            <a:ext cx="6257700" cy="1408200"/>
          </a:xfrm>
          <a:prstGeom prst="rect">
            <a:avLst/>
          </a:prstGeom>
        </p:spPr>
        <p:txBody>
          <a:bodyPr anchorCtr="0" anchor="ctr" bIns="91425" lIns="91425" spcFirstLastPara="1" rIns="91425" wrap="square" tIns="91425">
            <a:noAutofit/>
          </a:bodyPr>
          <a:lstStyle/>
          <a:p>
            <a:pPr indent="-387350" lvl="0" marL="457200" rtl="0" algn="l">
              <a:spcBef>
                <a:spcPts val="0"/>
              </a:spcBef>
              <a:spcAft>
                <a:spcPts val="0"/>
              </a:spcAft>
              <a:buSzPts val="2500"/>
              <a:buAutoNum type="arabicPeriod"/>
            </a:pPr>
            <a:r>
              <a:rPr lang="en"/>
              <a:t>Stress testing</a:t>
            </a:r>
            <a:endParaRPr/>
          </a:p>
          <a:p>
            <a:pPr indent="-387350" lvl="0" marL="457200" rtl="0" algn="l">
              <a:spcBef>
                <a:spcPts val="0"/>
              </a:spcBef>
              <a:spcAft>
                <a:spcPts val="0"/>
              </a:spcAft>
              <a:buSzPts val="2500"/>
              <a:buAutoNum type="arabicPeriod"/>
            </a:pPr>
            <a:r>
              <a:rPr lang="en"/>
              <a:t>Test cases</a:t>
            </a:r>
            <a:endParaRPr/>
          </a:p>
          <a:p>
            <a:pPr indent="-387350" lvl="0" marL="457200" rtl="0" algn="l">
              <a:spcBef>
                <a:spcPts val="0"/>
              </a:spcBef>
              <a:spcAft>
                <a:spcPts val="0"/>
              </a:spcAft>
              <a:buSzPts val="2500"/>
              <a:buAutoNum type="arabicPeriod"/>
            </a:pPr>
            <a:r>
              <a:rPr lang="en"/>
              <a:t>User acceptance testing</a:t>
            </a:r>
            <a:endParaRPr/>
          </a:p>
        </p:txBody>
      </p:sp>
      <p:sp>
        <p:nvSpPr>
          <p:cNvPr id="521" name="Google Shape;521;p55"/>
          <p:cNvSpPr/>
          <p:nvPr/>
        </p:nvSpPr>
        <p:spPr>
          <a:xfrm>
            <a:off x="3594900" y="2068500"/>
            <a:ext cx="1331577" cy="247106"/>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 NEXT</a:t>
            </a:r>
          </a:p>
        </p:txBody>
      </p:sp>
      <p:sp>
        <p:nvSpPr>
          <p:cNvPr id="522" name="Google Shape;522;p55"/>
          <p:cNvSpPr/>
          <p:nvPr/>
        </p:nvSpPr>
        <p:spPr>
          <a:xfrm>
            <a:off x="817060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5"/>
          <p:cNvSpPr/>
          <p:nvPr/>
        </p:nvSpPr>
        <p:spPr>
          <a:xfrm>
            <a:off x="1074338" y="16795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5"/>
          <p:cNvSpPr txBox="1"/>
          <p:nvPr/>
        </p:nvSpPr>
        <p:spPr>
          <a:xfrm rot="-5400000">
            <a:off x="-1513500" y="2378325"/>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Next steps</a:t>
            </a:r>
            <a:endParaRPr sz="1600">
              <a:solidFill>
                <a:schemeClr val="lt1"/>
              </a:solidFill>
              <a:latin typeface="Source Sans Pro"/>
              <a:ea typeface="Source Sans Pro"/>
              <a:cs typeface="Source Sans Pro"/>
              <a:sym typeface="Source Sans Pro"/>
            </a:endParaRPr>
          </a:p>
        </p:txBody>
      </p:sp>
      <p:sp>
        <p:nvSpPr>
          <p:cNvPr id="525" name="Google Shape;525;p55"/>
          <p:cNvSpPr txBox="1"/>
          <p:nvPr/>
        </p:nvSpPr>
        <p:spPr>
          <a:xfrm rot="5400000">
            <a:off x="6590450" y="2378250"/>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Next steps</a:t>
            </a:r>
            <a:endParaRPr sz="1600">
              <a:solidFill>
                <a:schemeClr val="lt1"/>
              </a:solidFill>
              <a:latin typeface="Source Sans Pro"/>
              <a:ea typeface="Source Sans Pro"/>
              <a:cs typeface="Source Sans Pro"/>
              <a:sym typeface="Source Sans Pro"/>
            </a:endParaRPr>
          </a:p>
        </p:txBody>
      </p:sp>
      <p:sp>
        <p:nvSpPr>
          <p:cNvPr id="526" name="Google Shape;526;p55"/>
          <p:cNvSpPr/>
          <p:nvPr/>
        </p:nvSpPr>
        <p:spPr>
          <a:xfrm>
            <a:off x="45745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6"/>
          <p:cNvSpPr txBox="1"/>
          <p:nvPr>
            <p:ph idx="1" type="subTitle"/>
          </p:nvPr>
        </p:nvSpPr>
        <p:spPr>
          <a:xfrm>
            <a:off x="2425050" y="2679600"/>
            <a:ext cx="4293900" cy="119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Do you have any questions?</a:t>
            </a:r>
            <a:endParaRPr>
              <a:solidFill>
                <a:schemeClr val="dk1"/>
              </a:solidFill>
            </a:endParaRPr>
          </a:p>
          <a:p>
            <a:pPr indent="0" lvl="0" marL="0" rtl="0" algn="ctr">
              <a:spcBef>
                <a:spcPts val="0"/>
              </a:spcBef>
              <a:spcAft>
                <a:spcPts val="0"/>
              </a:spcAft>
              <a:buNone/>
            </a:pPr>
            <a:r>
              <a:t/>
            </a:r>
            <a:endParaRPr>
              <a:solidFill>
                <a:schemeClr val="dk1"/>
              </a:solidFill>
            </a:endParaRPr>
          </a:p>
        </p:txBody>
      </p:sp>
      <p:sp>
        <p:nvSpPr>
          <p:cNvPr id="532" name="Google Shape;532;p56"/>
          <p:cNvSpPr txBox="1"/>
          <p:nvPr>
            <p:ph type="ctrTitle"/>
          </p:nvPr>
        </p:nvSpPr>
        <p:spPr>
          <a:xfrm>
            <a:off x="2430000" y="1681800"/>
            <a:ext cx="4284000" cy="99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533" name="Google Shape;533;p56"/>
          <p:cNvSpPr/>
          <p:nvPr/>
        </p:nvSpPr>
        <p:spPr>
          <a:xfrm>
            <a:off x="6898775" y="428632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6"/>
          <p:cNvSpPr/>
          <p:nvPr/>
        </p:nvSpPr>
        <p:spPr>
          <a:xfrm>
            <a:off x="7008688" y="20571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6"/>
          <p:cNvSpPr/>
          <p:nvPr/>
        </p:nvSpPr>
        <p:spPr>
          <a:xfrm>
            <a:off x="1780325" y="2769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6"/>
          <p:cNvSpPr/>
          <p:nvPr/>
        </p:nvSpPr>
        <p:spPr>
          <a:xfrm>
            <a:off x="7358175" y="1618588"/>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537" name="Google Shape;537;p56"/>
          <p:cNvSpPr/>
          <p:nvPr/>
        </p:nvSpPr>
        <p:spPr>
          <a:xfrm>
            <a:off x="386188" y="40683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538" name="Google Shape;538;p56"/>
          <p:cNvSpPr/>
          <p:nvPr/>
        </p:nvSpPr>
        <p:spPr>
          <a:xfrm>
            <a:off x="986500" y="2163600"/>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pic>
        <p:nvPicPr>
          <p:cNvPr id="539" name="Google Shape;539;p56"/>
          <p:cNvPicPr preferRelativeResize="0"/>
          <p:nvPr/>
        </p:nvPicPr>
        <p:blipFill>
          <a:blip r:embed="rId3">
            <a:alphaModFix/>
          </a:blip>
          <a:stretch>
            <a:fillRect/>
          </a:stretch>
        </p:blipFill>
        <p:spPr>
          <a:xfrm>
            <a:off x="2133188" y="3426000"/>
            <a:ext cx="4676775" cy="1209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 Ultimate Marketing Plan by Slidesgo">
  <a:themeElements>
    <a:clrScheme name="Simple Light">
      <a:dk1>
        <a:srgbClr val="10120F"/>
      </a:dk1>
      <a:lt1>
        <a:srgbClr val="DCB3F9"/>
      </a:lt1>
      <a:dk2>
        <a:srgbClr val="53327A"/>
      </a:dk2>
      <a:lt2>
        <a:srgbClr val="EA99FF"/>
      </a:lt2>
      <a:accent1>
        <a:srgbClr val="B98BF5"/>
      </a:accent1>
      <a:accent2>
        <a:srgbClr val="8572A3"/>
      </a:accent2>
      <a:accent3>
        <a:srgbClr val="FFFFFF"/>
      </a:accent3>
      <a:accent4>
        <a:srgbClr val="D393FF"/>
      </a:accent4>
      <a:accent5>
        <a:srgbClr val="FFFFFF"/>
      </a:accent5>
      <a:accent6>
        <a:srgbClr val="FFFFFF"/>
      </a:accent6>
      <a:hlink>
        <a:srgbClr val="1012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
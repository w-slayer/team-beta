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Lst>
  <p:sldSz cy="5143500" cx="9144000"/>
  <p:notesSz cx="6858000" cy="9144000"/>
  <p:embeddedFontLst>
    <p:embeddedFont>
      <p:font typeface="Bebas Neue"/>
      <p:regular r:id="rId37"/>
    </p:embeddedFont>
    <p:embeddedFont>
      <p:font typeface="Archivo Black"/>
      <p:regular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font" Target="fonts/BebasNeue-regular.fntdata"/><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16" Type="http://schemas.openxmlformats.org/officeDocument/2006/relationships/slide" Target="slides/slide12.xml"/><Relationship Id="rId38" Type="http://schemas.openxmlformats.org/officeDocument/2006/relationships/font" Target="fonts/ArchivoBlack-regular.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d401eec82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d401eec82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d401eec822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d401eec822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d90507ccfd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d90507ccfd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db1374eb09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db1374eb09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Jon - main speaker, Caleb - main speaker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d401eec822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d401eec822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ddd741492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ddd741492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ddd7414927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ddd7414927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ddd7414927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ddd7414927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ddd7414927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ddd7414927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ddd7414927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ddd7414927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ddd741492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ddd741492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CALEB / JON</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ddd7414927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ddd7414927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ddd7414927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ddd7414927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ddd7414927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ddd7414927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ddd7414927_1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ddd7414927_1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ddd7414927_1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ddd7414927_1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ddd741492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ddd741492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WESLEY / ISABEL</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ddf26738b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ddf26738b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ddf26738b7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ddf26738b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ddf26738b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ddf26738b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ddd7414927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ddd7414927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WESLEY</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ddf26738b7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ddf26738b7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ddd7414927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ddd7414927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ISABEL</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ddf26738b7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3ddf26738b7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ddf26738b7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ddf26738b7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df2e47991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df2e47991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ddf26738b7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ddf26738b7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ddf26738b7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3ddf26738b7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d401eec822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d401eec822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d401eec822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d401eec822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d401eec822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d401eec822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hyperlink" Target="http://bit.ly/2Tynxth"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8" name="Shape 8"/>
        <p:cNvGrpSpPr/>
        <p:nvPr/>
      </p:nvGrpSpPr>
      <p:grpSpPr>
        <a:xfrm>
          <a:off x="0" y="0"/>
          <a:ext cx="0" cy="0"/>
          <a:chOff x="0" y="0"/>
          <a:chExt cx="0" cy="0"/>
        </a:xfrm>
      </p:grpSpPr>
      <p:sp>
        <p:nvSpPr>
          <p:cNvPr id="9" name="Google Shape;9;p2"/>
          <p:cNvSpPr txBox="1"/>
          <p:nvPr>
            <p:ph type="ctrTitle"/>
          </p:nvPr>
        </p:nvSpPr>
        <p:spPr>
          <a:xfrm>
            <a:off x="0" y="843625"/>
            <a:ext cx="9144000" cy="16419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Clr>
                <a:srgbClr val="191919"/>
              </a:buClr>
              <a:buSzPts val="5200"/>
              <a:buNone/>
              <a:defRPr b="1" sz="6000">
                <a:solidFill>
                  <a:srgbClr val="D393FF"/>
                </a:solidFill>
                <a:latin typeface="Archivo Black"/>
                <a:ea typeface="Archivo Black"/>
                <a:cs typeface="Archivo Black"/>
                <a:sym typeface="Archivo Black"/>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1477050" y="4320994"/>
            <a:ext cx="6189900" cy="309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600"/>
              <a:buNone/>
              <a:defRPr>
                <a:solidFill>
                  <a:srgbClr val="DCB3F9"/>
                </a:solidFill>
                <a:latin typeface="Source Sans Pro"/>
                <a:ea typeface="Source Sans Pro"/>
                <a:cs typeface="Source Sans Pro"/>
                <a:sym typeface="Source Sans Pro"/>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
          <p:cNvGrpSpPr/>
          <p:nvPr/>
        </p:nvGrpSpPr>
        <p:grpSpPr>
          <a:xfrm>
            <a:off x="-1268250" y="-1448331"/>
            <a:ext cx="11680500" cy="8040150"/>
            <a:chOff x="-1268250" y="-1448331"/>
            <a:chExt cx="11680500" cy="8040150"/>
          </a:xfrm>
        </p:grpSpPr>
        <p:sp>
          <p:nvSpPr>
            <p:cNvPr id="12" name="Google Shape;12;p2"/>
            <p:cNvSpPr/>
            <p:nvPr/>
          </p:nvSpPr>
          <p:spPr>
            <a:xfrm rot="5400000">
              <a:off x="-12682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5400000">
              <a:off x="84289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rot="5400000">
              <a:off x="-12682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5400000">
              <a:off x="84289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a:blip r:embed="rId2">
            <a:alphaModFix/>
          </a:blip>
          <a:stretch>
            <a:fillRect/>
          </a:stretch>
        </a:blipFill>
      </p:bgPr>
    </p:bg>
    <p:spTree>
      <p:nvGrpSpPr>
        <p:cNvPr id="16" name="Shape 16"/>
        <p:cNvGrpSpPr/>
        <p:nvPr/>
      </p:nvGrpSpPr>
      <p:grpSpPr>
        <a:xfrm>
          <a:off x="0" y="0"/>
          <a:ext cx="0" cy="0"/>
          <a:chOff x="0" y="0"/>
          <a:chExt cx="0" cy="0"/>
        </a:xfrm>
      </p:grpSpPr>
      <p:sp>
        <p:nvSpPr>
          <p:cNvPr id="17" name="Google Shape;17;p3"/>
          <p:cNvSpPr txBox="1"/>
          <p:nvPr/>
        </p:nvSpPr>
        <p:spPr>
          <a:xfrm>
            <a:off x="2054250" y="3578924"/>
            <a:ext cx="5035500" cy="67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3500">
              <a:solidFill>
                <a:srgbClr val="D393FF"/>
              </a:solidFill>
              <a:latin typeface="Archivo Black"/>
              <a:ea typeface="Archivo Black"/>
              <a:cs typeface="Archivo Black"/>
              <a:sym typeface="Archivo Black"/>
            </a:endParaRPr>
          </a:p>
        </p:txBody>
      </p:sp>
      <p:sp>
        <p:nvSpPr>
          <p:cNvPr id="18" name="Google Shape;18;p3"/>
          <p:cNvSpPr txBox="1"/>
          <p:nvPr/>
        </p:nvSpPr>
        <p:spPr>
          <a:xfrm>
            <a:off x="2054250" y="4255075"/>
            <a:ext cx="5035500" cy="35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1600">
              <a:solidFill>
                <a:srgbClr val="D393FF"/>
              </a:solidFill>
              <a:latin typeface="Source Sans Pro"/>
              <a:ea typeface="Source Sans Pro"/>
              <a:cs typeface="Source Sans Pro"/>
              <a:sym typeface="Source Sans Pro"/>
            </a:endParaRPr>
          </a:p>
        </p:txBody>
      </p:sp>
      <p:grpSp>
        <p:nvGrpSpPr>
          <p:cNvPr id="19" name="Google Shape;19;p3"/>
          <p:cNvGrpSpPr/>
          <p:nvPr/>
        </p:nvGrpSpPr>
        <p:grpSpPr>
          <a:xfrm>
            <a:off x="-1268250" y="-1448331"/>
            <a:ext cx="11680500" cy="8040150"/>
            <a:chOff x="-1268250" y="-1448331"/>
            <a:chExt cx="11680500" cy="8040150"/>
          </a:xfrm>
        </p:grpSpPr>
        <p:sp>
          <p:nvSpPr>
            <p:cNvPr id="20" name="Google Shape;20;p3"/>
            <p:cNvSpPr/>
            <p:nvPr/>
          </p:nvSpPr>
          <p:spPr>
            <a:xfrm rot="5400000">
              <a:off x="-1268250" y="-1448331"/>
              <a:ext cx="1983300" cy="1983300"/>
            </a:xfrm>
            <a:prstGeom prst="arc">
              <a:avLst>
                <a:gd fmla="val 16200000" name="adj1"/>
                <a:gd fmla="val 0" name="adj2"/>
              </a:avLst>
            </a:prstGeom>
            <a:noFill/>
            <a:ln cap="flat" cmpd="sng" w="19050">
              <a:solidFill>
                <a:srgbClr val="EA99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flipH="1" rot="-5400000">
              <a:off x="8428950" y="-1448331"/>
              <a:ext cx="1983300" cy="1983300"/>
            </a:xfrm>
            <a:prstGeom prst="arc">
              <a:avLst>
                <a:gd fmla="val 16200000" name="adj1"/>
                <a:gd fmla="val 0" name="adj2"/>
              </a:avLst>
            </a:prstGeom>
            <a:noFill/>
            <a:ln cap="flat" cmpd="sng" w="19050">
              <a:solidFill>
                <a:srgbClr val="EA99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rot="5400000">
              <a:off x="-1268250" y="4608519"/>
              <a:ext cx="1983300" cy="1983300"/>
            </a:xfrm>
            <a:prstGeom prst="arc">
              <a:avLst>
                <a:gd fmla="val 16200000" name="adj1"/>
                <a:gd fmla="val 0" name="adj2"/>
              </a:avLst>
            </a:prstGeom>
            <a:noFill/>
            <a:ln cap="flat" cmpd="sng" w="19050">
              <a:solidFill>
                <a:srgbClr val="EA99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8428950" y="4608519"/>
              <a:ext cx="1983300" cy="1983300"/>
            </a:xfrm>
            <a:prstGeom prst="arc">
              <a:avLst>
                <a:gd fmla="val 16200000" name="adj1"/>
                <a:gd fmla="val 0" name="adj2"/>
              </a:avLst>
            </a:prstGeom>
            <a:noFill/>
            <a:ln cap="flat" cmpd="sng" w="19050">
              <a:solidFill>
                <a:srgbClr val="EA99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blipFill>
          <a:blip r:embed="rId2">
            <a:alphaModFix/>
          </a:blip>
          <a:stretch>
            <a:fillRect/>
          </a:stretch>
        </a:blipFill>
      </p:bgPr>
    </p:bg>
    <p:spTree>
      <p:nvGrpSpPr>
        <p:cNvPr id="24" name="Shape 24"/>
        <p:cNvGrpSpPr/>
        <p:nvPr/>
      </p:nvGrpSpPr>
      <p:grpSpPr>
        <a:xfrm>
          <a:off x="0" y="0"/>
          <a:ext cx="0" cy="0"/>
          <a:chOff x="0" y="0"/>
          <a:chExt cx="0" cy="0"/>
        </a:xfrm>
      </p:grpSpPr>
      <p:sp>
        <p:nvSpPr>
          <p:cNvPr id="25" name="Google Shape;25;p4"/>
          <p:cNvSpPr txBox="1"/>
          <p:nvPr>
            <p:ph type="title"/>
          </p:nvPr>
        </p:nvSpPr>
        <p:spPr>
          <a:xfrm>
            <a:off x="2440100" y="394300"/>
            <a:ext cx="5988300" cy="572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sz="3000">
                <a:solidFill>
                  <a:schemeClr val="lt1"/>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 name="Google Shape;26;p4"/>
          <p:cNvSpPr txBox="1"/>
          <p:nvPr>
            <p:ph idx="1" type="body"/>
          </p:nvPr>
        </p:nvSpPr>
        <p:spPr>
          <a:xfrm>
            <a:off x="720000" y="1152475"/>
            <a:ext cx="7704000" cy="34509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rgbClr val="434343"/>
              </a:buClr>
              <a:buSzPts val="1200"/>
              <a:buChar char="●"/>
              <a:defRPr sz="1200">
                <a:solidFill>
                  <a:srgbClr val="434343"/>
                </a:solidFill>
              </a:defRPr>
            </a:lvl1pPr>
            <a:lvl2pPr indent="-304800" lvl="1" marL="914400" rtl="0">
              <a:lnSpc>
                <a:spcPct val="115000"/>
              </a:lnSpc>
              <a:spcBef>
                <a:spcPts val="1000"/>
              </a:spcBef>
              <a:spcAft>
                <a:spcPts val="0"/>
              </a:spcAft>
              <a:buClr>
                <a:srgbClr val="434343"/>
              </a:buClr>
              <a:buSzPts val="1200"/>
              <a:buFont typeface="Roboto Condensed Light"/>
              <a:buChar char="○"/>
              <a:defRPr>
                <a:solidFill>
                  <a:srgbClr val="434343"/>
                </a:solidFill>
              </a:defRPr>
            </a:lvl2pPr>
            <a:lvl3pPr indent="-304800" lvl="2" marL="1371600" rtl="0">
              <a:lnSpc>
                <a:spcPct val="115000"/>
              </a:lnSpc>
              <a:spcBef>
                <a:spcPts val="0"/>
              </a:spcBef>
              <a:spcAft>
                <a:spcPts val="0"/>
              </a:spcAft>
              <a:buClr>
                <a:srgbClr val="434343"/>
              </a:buClr>
              <a:buSzPts val="1200"/>
              <a:buFont typeface="Roboto Condensed Light"/>
              <a:buChar char="■"/>
              <a:defRPr>
                <a:solidFill>
                  <a:srgbClr val="434343"/>
                </a:solidFill>
              </a:defRPr>
            </a:lvl3pPr>
            <a:lvl4pPr indent="-304800" lvl="3" marL="1828800" rtl="0">
              <a:lnSpc>
                <a:spcPct val="115000"/>
              </a:lnSpc>
              <a:spcBef>
                <a:spcPts val="0"/>
              </a:spcBef>
              <a:spcAft>
                <a:spcPts val="0"/>
              </a:spcAft>
              <a:buClr>
                <a:srgbClr val="434343"/>
              </a:buClr>
              <a:buSzPts val="1200"/>
              <a:buFont typeface="Roboto Condensed Light"/>
              <a:buChar char="●"/>
              <a:defRPr>
                <a:solidFill>
                  <a:srgbClr val="434343"/>
                </a:solidFill>
              </a:defRPr>
            </a:lvl4pPr>
            <a:lvl5pPr indent="-304800" lvl="4" marL="2286000" rtl="0">
              <a:lnSpc>
                <a:spcPct val="115000"/>
              </a:lnSpc>
              <a:spcBef>
                <a:spcPts val="0"/>
              </a:spcBef>
              <a:spcAft>
                <a:spcPts val="0"/>
              </a:spcAft>
              <a:buClr>
                <a:srgbClr val="434343"/>
              </a:buClr>
              <a:buSzPts val="1200"/>
              <a:buFont typeface="Roboto Condensed Light"/>
              <a:buChar char="○"/>
              <a:defRPr>
                <a:solidFill>
                  <a:srgbClr val="434343"/>
                </a:solidFill>
              </a:defRPr>
            </a:lvl5pPr>
            <a:lvl6pPr indent="-304800" lvl="5" marL="2743200" rtl="0">
              <a:lnSpc>
                <a:spcPct val="115000"/>
              </a:lnSpc>
              <a:spcBef>
                <a:spcPts val="0"/>
              </a:spcBef>
              <a:spcAft>
                <a:spcPts val="0"/>
              </a:spcAft>
              <a:buClr>
                <a:srgbClr val="434343"/>
              </a:buClr>
              <a:buSzPts val="1200"/>
              <a:buFont typeface="Roboto Condensed Light"/>
              <a:buChar char="■"/>
              <a:defRPr>
                <a:solidFill>
                  <a:srgbClr val="434343"/>
                </a:solidFill>
              </a:defRPr>
            </a:lvl6pPr>
            <a:lvl7pPr indent="-304800" lvl="6" marL="3200400" rtl="0">
              <a:lnSpc>
                <a:spcPct val="115000"/>
              </a:lnSpc>
              <a:spcBef>
                <a:spcPts val="0"/>
              </a:spcBef>
              <a:spcAft>
                <a:spcPts val="0"/>
              </a:spcAft>
              <a:buClr>
                <a:srgbClr val="434343"/>
              </a:buClr>
              <a:buSzPts val="1200"/>
              <a:buFont typeface="Roboto Condensed Light"/>
              <a:buChar char="●"/>
              <a:defRPr>
                <a:solidFill>
                  <a:srgbClr val="434343"/>
                </a:solidFill>
              </a:defRPr>
            </a:lvl7pPr>
            <a:lvl8pPr indent="-304800" lvl="7" marL="3657600" rtl="0">
              <a:lnSpc>
                <a:spcPct val="115000"/>
              </a:lnSpc>
              <a:spcBef>
                <a:spcPts val="0"/>
              </a:spcBef>
              <a:spcAft>
                <a:spcPts val="0"/>
              </a:spcAft>
              <a:buClr>
                <a:srgbClr val="434343"/>
              </a:buClr>
              <a:buSzPts val="1200"/>
              <a:buFont typeface="Roboto Condensed Light"/>
              <a:buChar char="○"/>
              <a:defRPr>
                <a:solidFill>
                  <a:srgbClr val="434343"/>
                </a:solidFill>
              </a:defRPr>
            </a:lvl8pPr>
            <a:lvl9pPr indent="-304800" lvl="8" marL="4114800" rtl="0">
              <a:lnSpc>
                <a:spcPct val="115000"/>
              </a:lnSpc>
              <a:spcBef>
                <a:spcPts val="0"/>
              </a:spcBef>
              <a:spcAft>
                <a:spcPts val="0"/>
              </a:spcAft>
              <a:buClr>
                <a:srgbClr val="434343"/>
              </a:buClr>
              <a:buSzPts val="1200"/>
              <a:buFont typeface="Roboto Condensed Light"/>
              <a:buChar char="■"/>
              <a:defRPr>
                <a:solidFill>
                  <a:srgbClr val="434343"/>
                </a:solidFill>
              </a:defRPr>
            </a:lvl9pPr>
          </a:lstStyle>
          <a:p/>
        </p:txBody>
      </p:sp>
      <p:grpSp>
        <p:nvGrpSpPr>
          <p:cNvPr id="27" name="Google Shape;27;p4"/>
          <p:cNvGrpSpPr/>
          <p:nvPr/>
        </p:nvGrpSpPr>
        <p:grpSpPr>
          <a:xfrm>
            <a:off x="-1268250" y="-1448331"/>
            <a:ext cx="11680500" cy="8040150"/>
            <a:chOff x="-1268250" y="-1448331"/>
            <a:chExt cx="11680500" cy="8040150"/>
          </a:xfrm>
        </p:grpSpPr>
        <p:sp>
          <p:nvSpPr>
            <p:cNvPr id="28" name="Google Shape;28;p4"/>
            <p:cNvSpPr/>
            <p:nvPr/>
          </p:nvSpPr>
          <p:spPr>
            <a:xfrm rot="5400000">
              <a:off x="-12682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29" name="Google Shape;29;p4"/>
            <p:cNvSpPr/>
            <p:nvPr/>
          </p:nvSpPr>
          <p:spPr>
            <a:xfrm flipH="1" rot="-5400000">
              <a:off x="84289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0" name="Google Shape;30;p4"/>
            <p:cNvSpPr/>
            <p:nvPr/>
          </p:nvSpPr>
          <p:spPr>
            <a:xfrm flipH="1" rot="5400000">
              <a:off x="-12682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1" name="Google Shape;31;p4"/>
            <p:cNvSpPr/>
            <p:nvPr/>
          </p:nvSpPr>
          <p:spPr>
            <a:xfrm rot="-5400000">
              <a:off x="84289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blipFill>
          <a:blip r:embed="rId2">
            <a:alphaModFix/>
          </a:blip>
          <a:stretch>
            <a:fillRect/>
          </a:stretch>
        </a:blipFill>
      </p:bgPr>
    </p:bg>
    <p:spTree>
      <p:nvGrpSpPr>
        <p:cNvPr id="32" name="Shape 32"/>
        <p:cNvGrpSpPr/>
        <p:nvPr/>
      </p:nvGrpSpPr>
      <p:grpSpPr>
        <a:xfrm>
          <a:off x="0" y="0"/>
          <a:ext cx="0" cy="0"/>
          <a:chOff x="0" y="0"/>
          <a:chExt cx="0" cy="0"/>
        </a:xfrm>
      </p:grpSpPr>
      <p:sp>
        <p:nvSpPr>
          <p:cNvPr id="33" name="Google Shape;33;p5"/>
          <p:cNvSpPr txBox="1"/>
          <p:nvPr>
            <p:ph idx="1" type="subTitle"/>
          </p:nvPr>
        </p:nvSpPr>
        <p:spPr>
          <a:xfrm>
            <a:off x="1432550" y="3341602"/>
            <a:ext cx="2471700" cy="5196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500"/>
              <a:buFont typeface="Bebas Neue"/>
              <a:buNone/>
              <a:defRPr sz="2000">
                <a:solidFill>
                  <a:schemeClr val="dk1"/>
                </a:solidFill>
                <a:latin typeface="Archivo Black"/>
                <a:ea typeface="Archivo Black"/>
                <a:cs typeface="Archivo Black"/>
                <a:sym typeface="Archivo Black"/>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34" name="Google Shape;34;p5"/>
          <p:cNvSpPr txBox="1"/>
          <p:nvPr>
            <p:ph idx="2" type="subTitle"/>
          </p:nvPr>
        </p:nvSpPr>
        <p:spPr>
          <a:xfrm>
            <a:off x="5239795" y="3341602"/>
            <a:ext cx="2471700" cy="519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500"/>
              <a:buFont typeface="Bebas Neue"/>
              <a:buNone/>
              <a:defRPr sz="2000">
                <a:solidFill>
                  <a:schemeClr val="dk1"/>
                </a:solidFill>
                <a:latin typeface="Archivo Black"/>
                <a:ea typeface="Archivo Black"/>
                <a:cs typeface="Archivo Black"/>
                <a:sym typeface="Archivo Black"/>
              </a:defRPr>
            </a:lvl1pPr>
            <a:lvl2pPr lvl="1" rtl="0"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rtl="0"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rtl="0"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rtl="0"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rtl="0"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rtl="0"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rtl="0"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rtl="0"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35" name="Google Shape;35;p5"/>
          <p:cNvSpPr txBox="1"/>
          <p:nvPr>
            <p:ph idx="3" type="subTitle"/>
          </p:nvPr>
        </p:nvSpPr>
        <p:spPr>
          <a:xfrm>
            <a:off x="1432550" y="3839000"/>
            <a:ext cx="2471700" cy="768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solidFill>
                  <a:schemeClr val="dk1"/>
                </a:solidFill>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36" name="Google Shape;36;p5"/>
          <p:cNvSpPr txBox="1"/>
          <p:nvPr>
            <p:ph idx="4" type="subTitle"/>
          </p:nvPr>
        </p:nvSpPr>
        <p:spPr>
          <a:xfrm>
            <a:off x="5239795" y="3839000"/>
            <a:ext cx="2471700" cy="768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solidFill>
                  <a:schemeClr val="dk1"/>
                </a:solidFill>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37" name="Google Shape;37;p5"/>
          <p:cNvSpPr txBox="1"/>
          <p:nvPr>
            <p:ph type="title"/>
          </p:nvPr>
        </p:nvSpPr>
        <p:spPr>
          <a:xfrm>
            <a:off x="4348108" y="394425"/>
            <a:ext cx="4080300" cy="572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a:solidFill>
                  <a:schemeClr val="dk1"/>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38" name="Google Shape;38;p5"/>
          <p:cNvGrpSpPr/>
          <p:nvPr/>
        </p:nvGrpSpPr>
        <p:grpSpPr>
          <a:xfrm>
            <a:off x="-1268250" y="-1448331"/>
            <a:ext cx="11680500" cy="8040150"/>
            <a:chOff x="-1268250" y="-1448331"/>
            <a:chExt cx="11680500" cy="8040150"/>
          </a:xfrm>
        </p:grpSpPr>
        <p:sp>
          <p:nvSpPr>
            <p:cNvPr id="39" name="Google Shape;39;p5"/>
            <p:cNvSpPr/>
            <p:nvPr/>
          </p:nvSpPr>
          <p:spPr>
            <a:xfrm rot="5400000">
              <a:off x="-12682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5"/>
            <p:cNvSpPr/>
            <p:nvPr/>
          </p:nvSpPr>
          <p:spPr>
            <a:xfrm flipH="1" rot="-5400000">
              <a:off x="84289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5"/>
            <p:cNvSpPr/>
            <p:nvPr/>
          </p:nvSpPr>
          <p:spPr>
            <a:xfrm flipH="1" rot="5400000">
              <a:off x="-12682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5"/>
            <p:cNvSpPr/>
            <p:nvPr/>
          </p:nvSpPr>
          <p:spPr>
            <a:xfrm rot="-5400000">
              <a:off x="84289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blipFill>
          <a:blip r:embed="rId2">
            <a:alphaModFix/>
          </a:blip>
          <a:stretch>
            <a:fillRect/>
          </a:stretch>
        </a:blipFill>
      </p:bgPr>
    </p:bg>
    <p:spTree>
      <p:nvGrpSpPr>
        <p:cNvPr id="43" name="Shape 43"/>
        <p:cNvGrpSpPr/>
        <p:nvPr/>
      </p:nvGrpSpPr>
      <p:grpSpPr>
        <a:xfrm>
          <a:off x="0" y="0"/>
          <a:ext cx="0" cy="0"/>
          <a:chOff x="0" y="0"/>
          <a:chExt cx="0" cy="0"/>
        </a:xfrm>
      </p:grpSpPr>
      <p:sp>
        <p:nvSpPr>
          <p:cNvPr id="44" name="Google Shape;44;p6"/>
          <p:cNvSpPr txBox="1"/>
          <p:nvPr>
            <p:ph type="title"/>
          </p:nvPr>
        </p:nvSpPr>
        <p:spPr>
          <a:xfrm>
            <a:off x="3646123" y="394425"/>
            <a:ext cx="4782300" cy="572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a:solidFill>
                  <a:schemeClr val="lt2"/>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45" name="Google Shape;45;p6"/>
          <p:cNvGrpSpPr/>
          <p:nvPr/>
        </p:nvGrpSpPr>
        <p:grpSpPr>
          <a:xfrm>
            <a:off x="-1268250" y="-1448331"/>
            <a:ext cx="11680500" cy="8040150"/>
            <a:chOff x="-1268250" y="-1448331"/>
            <a:chExt cx="11680500" cy="8040150"/>
          </a:xfrm>
        </p:grpSpPr>
        <p:sp>
          <p:nvSpPr>
            <p:cNvPr id="46" name="Google Shape;46;p6"/>
            <p:cNvSpPr/>
            <p:nvPr/>
          </p:nvSpPr>
          <p:spPr>
            <a:xfrm rot="5400000">
              <a:off x="-12682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6"/>
            <p:cNvSpPr/>
            <p:nvPr/>
          </p:nvSpPr>
          <p:spPr>
            <a:xfrm flipH="1" rot="-5400000">
              <a:off x="84289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6"/>
            <p:cNvSpPr/>
            <p:nvPr/>
          </p:nvSpPr>
          <p:spPr>
            <a:xfrm flipH="1" rot="5400000">
              <a:off x="-12682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6"/>
            <p:cNvSpPr/>
            <p:nvPr/>
          </p:nvSpPr>
          <p:spPr>
            <a:xfrm rot="-5400000">
              <a:off x="84289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blipFill>
          <a:blip r:embed="rId2">
            <a:alphaModFix/>
          </a:blip>
          <a:stretch>
            <a:fillRect/>
          </a:stretch>
        </a:blipFill>
      </p:bgPr>
    </p:bg>
    <p:spTree>
      <p:nvGrpSpPr>
        <p:cNvPr id="50" name="Shape 50"/>
        <p:cNvGrpSpPr/>
        <p:nvPr/>
      </p:nvGrpSpPr>
      <p:grpSpPr>
        <a:xfrm>
          <a:off x="0" y="0"/>
          <a:ext cx="0" cy="0"/>
          <a:chOff x="0" y="0"/>
          <a:chExt cx="0" cy="0"/>
        </a:xfrm>
      </p:grpSpPr>
      <p:sp>
        <p:nvSpPr>
          <p:cNvPr id="51" name="Google Shape;51;p7"/>
          <p:cNvSpPr txBox="1"/>
          <p:nvPr>
            <p:ph idx="1" type="subTitle"/>
          </p:nvPr>
        </p:nvSpPr>
        <p:spPr>
          <a:xfrm>
            <a:off x="1227875" y="2018313"/>
            <a:ext cx="3189000" cy="2071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600"/>
              <a:buNone/>
              <a:defRPr>
                <a:solidFill>
                  <a:srgbClr val="13042D"/>
                </a:solidFill>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52" name="Google Shape;52;p7"/>
          <p:cNvSpPr txBox="1"/>
          <p:nvPr>
            <p:ph type="title"/>
          </p:nvPr>
        </p:nvSpPr>
        <p:spPr>
          <a:xfrm>
            <a:off x="1227875" y="1445613"/>
            <a:ext cx="3189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4000">
                <a:solidFill>
                  <a:srgbClr val="13042D"/>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53" name="Google Shape;53;p7"/>
          <p:cNvGrpSpPr/>
          <p:nvPr/>
        </p:nvGrpSpPr>
        <p:grpSpPr>
          <a:xfrm>
            <a:off x="-1268250" y="-1448331"/>
            <a:ext cx="11680500" cy="8040150"/>
            <a:chOff x="-1268250" y="-1448331"/>
            <a:chExt cx="11680500" cy="8040150"/>
          </a:xfrm>
        </p:grpSpPr>
        <p:sp>
          <p:nvSpPr>
            <p:cNvPr id="54" name="Google Shape;54;p7"/>
            <p:cNvSpPr/>
            <p:nvPr/>
          </p:nvSpPr>
          <p:spPr>
            <a:xfrm rot="5400000">
              <a:off x="-12682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7"/>
            <p:cNvSpPr/>
            <p:nvPr/>
          </p:nvSpPr>
          <p:spPr>
            <a:xfrm flipH="1" rot="-5400000">
              <a:off x="84289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7"/>
            <p:cNvSpPr/>
            <p:nvPr/>
          </p:nvSpPr>
          <p:spPr>
            <a:xfrm flipH="1" rot="5400000">
              <a:off x="-12682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7"/>
            <p:cNvSpPr/>
            <p:nvPr/>
          </p:nvSpPr>
          <p:spPr>
            <a:xfrm rot="-5400000">
              <a:off x="84289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blipFill>
          <a:blip r:embed="rId2">
            <a:alphaModFix/>
          </a:blip>
          <a:stretch>
            <a:fillRect/>
          </a:stretch>
        </a:blipFill>
      </p:bgPr>
    </p:bg>
    <p:spTree>
      <p:nvGrpSpPr>
        <p:cNvPr id="58" name="Shape 58"/>
        <p:cNvGrpSpPr/>
        <p:nvPr/>
      </p:nvGrpSpPr>
      <p:grpSpPr>
        <a:xfrm>
          <a:off x="0" y="0"/>
          <a:ext cx="0" cy="0"/>
          <a:chOff x="0" y="0"/>
          <a:chExt cx="0" cy="0"/>
        </a:xfrm>
      </p:grpSpPr>
      <p:pic>
        <p:nvPicPr>
          <p:cNvPr id="59" name="Google Shape;59;p8"/>
          <p:cNvPicPr preferRelativeResize="0"/>
          <p:nvPr/>
        </p:nvPicPr>
        <p:blipFill rotWithShape="1">
          <a:blip r:embed="rId3">
            <a:alphaModFix/>
          </a:blip>
          <a:srcRect b="5235" l="7828" r="7819" t="15570"/>
          <a:stretch/>
        </p:blipFill>
        <p:spPr>
          <a:xfrm>
            <a:off x="715450" y="534976"/>
            <a:ext cx="7713101" cy="4073549"/>
          </a:xfrm>
          <a:prstGeom prst="rect">
            <a:avLst/>
          </a:prstGeom>
          <a:noFill/>
          <a:ln cap="flat" cmpd="sng" w="19050">
            <a:solidFill>
              <a:schemeClr val="dk1"/>
            </a:solidFill>
            <a:prstDash val="solid"/>
            <a:round/>
            <a:headEnd len="sm" w="sm" type="none"/>
            <a:tailEnd len="sm" w="sm" type="none"/>
          </a:ln>
        </p:spPr>
      </p:pic>
      <p:grpSp>
        <p:nvGrpSpPr>
          <p:cNvPr id="60" name="Google Shape;60;p8"/>
          <p:cNvGrpSpPr/>
          <p:nvPr/>
        </p:nvGrpSpPr>
        <p:grpSpPr>
          <a:xfrm>
            <a:off x="-1268250" y="-1448331"/>
            <a:ext cx="11680500" cy="8040150"/>
            <a:chOff x="-1268250" y="-1448331"/>
            <a:chExt cx="11680500" cy="8040150"/>
          </a:xfrm>
        </p:grpSpPr>
        <p:sp>
          <p:nvSpPr>
            <p:cNvPr id="61" name="Google Shape;61;p8"/>
            <p:cNvSpPr/>
            <p:nvPr/>
          </p:nvSpPr>
          <p:spPr>
            <a:xfrm rot="5400000">
              <a:off x="-12682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8"/>
            <p:cNvSpPr/>
            <p:nvPr/>
          </p:nvSpPr>
          <p:spPr>
            <a:xfrm flipH="1" rot="-5400000">
              <a:off x="84289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8"/>
            <p:cNvSpPr/>
            <p:nvPr/>
          </p:nvSpPr>
          <p:spPr>
            <a:xfrm flipH="1" rot="5400000">
              <a:off x="-12682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8"/>
            <p:cNvSpPr/>
            <p:nvPr/>
          </p:nvSpPr>
          <p:spPr>
            <a:xfrm rot="-5400000">
              <a:off x="84289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 name="Google Shape;65;p8"/>
          <p:cNvSpPr txBox="1"/>
          <p:nvPr>
            <p:ph type="title"/>
          </p:nvPr>
        </p:nvSpPr>
        <p:spPr>
          <a:xfrm>
            <a:off x="1388100" y="1307100"/>
            <a:ext cx="6367800" cy="25293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7000">
                <a:solidFill>
                  <a:schemeClr val="accent3"/>
                </a:solidFill>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blipFill>
          <a:blip r:embed="rId2">
            <a:alphaModFix/>
          </a:blip>
          <a:stretch>
            <a:fillRect/>
          </a:stretch>
        </a:blipFill>
      </p:bgPr>
    </p:bg>
    <p:spTree>
      <p:nvGrpSpPr>
        <p:cNvPr id="66" name="Shape 66"/>
        <p:cNvGrpSpPr/>
        <p:nvPr/>
      </p:nvGrpSpPr>
      <p:grpSpPr>
        <a:xfrm>
          <a:off x="0" y="0"/>
          <a:ext cx="0" cy="0"/>
          <a:chOff x="0" y="0"/>
          <a:chExt cx="0" cy="0"/>
        </a:xfrm>
      </p:grpSpPr>
      <p:sp>
        <p:nvSpPr>
          <p:cNvPr id="67" name="Google Shape;67;p9"/>
          <p:cNvSpPr txBox="1"/>
          <p:nvPr>
            <p:ph type="title"/>
          </p:nvPr>
        </p:nvSpPr>
        <p:spPr>
          <a:xfrm>
            <a:off x="4520974" y="1344698"/>
            <a:ext cx="2258100" cy="17184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9700">
                <a:solidFill>
                  <a:schemeClr val="dk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8" name="Google Shape;68;p9"/>
          <p:cNvSpPr txBox="1"/>
          <p:nvPr>
            <p:ph idx="1" type="subTitle"/>
          </p:nvPr>
        </p:nvSpPr>
        <p:spPr>
          <a:xfrm>
            <a:off x="1639200" y="3082475"/>
            <a:ext cx="5865600" cy="696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a:solidFill>
                  <a:schemeClr val="dk1"/>
                </a:solidFill>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grpSp>
        <p:nvGrpSpPr>
          <p:cNvPr id="69" name="Google Shape;69;p9"/>
          <p:cNvGrpSpPr/>
          <p:nvPr/>
        </p:nvGrpSpPr>
        <p:grpSpPr>
          <a:xfrm>
            <a:off x="-1268250" y="-1448331"/>
            <a:ext cx="11680500" cy="8040150"/>
            <a:chOff x="-1268250" y="-1448331"/>
            <a:chExt cx="11680500" cy="8040150"/>
          </a:xfrm>
        </p:grpSpPr>
        <p:sp>
          <p:nvSpPr>
            <p:cNvPr id="70" name="Google Shape;70;p9"/>
            <p:cNvSpPr/>
            <p:nvPr/>
          </p:nvSpPr>
          <p:spPr>
            <a:xfrm rot="5400000">
              <a:off x="-12682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9"/>
            <p:cNvSpPr/>
            <p:nvPr/>
          </p:nvSpPr>
          <p:spPr>
            <a:xfrm flipH="1" rot="-5400000">
              <a:off x="84289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9"/>
            <p:cNvSpPr/>
            <p:nvPr/>
          </p:nvSpPr>
          <p:spPr>
            <a:xfrm flipH="1" rot="5400000">
              <a:off x="-12682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9"/>
            <p:cNvSpPr/>
            <p:nvPr/>
          </p:nvSpPr>
          <p:spPr>
            <a:xfrm rot="-5400000">
              <a:off x="84289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blipFill>
          <a:blip r:embed="rId2">
            <a:alphaModFix/>
          </a:blip>
          <a:stretch>
            <a:fillRect/>
          </a:stretch>
        </a:blipFill>
      </p:bgPr>
    </p:bg>
    <p:spTree>
      <p:nvGrpSpPr>
        <p:cNvPr id="74" name="Shape 74"/>
        <p:cNvGrpSpPr/>
        <p:nvPr/>
      </p:nvGrpSpPr>
      <p:grpSpPr>
        <a:xfrm>
          <a:off x="0" y="0"/>
          <a:ext cx="0" cy="0"/>
          <a:chOff x="0" y="0"/>
          <a:chExt cx="0" cy="0"/>
        </a:xfrm>
      </p:grpSpPr>
      <p:sp>
        <p:nvSpPr>
          <p:cNvPr id="75" name="Google Shape;75;p10"/>
          <p:cNvSpPr txBox="1"/>
          <p:nvPr>
            <p:ph type="title"/>
          </p:nvPr>
        </p:nvSpPr>
        <p:spPr>
          <a:xfrm>
            <a:off x="1990650" y="3692875"/>
            <a:ext cx="5162700" cy="6402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a:solidFill>
                  <a:schemeClr val="lt1"/>
                </a:solidFill>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76" name="Google Shape;76;p10"/>
          <p:cNvGrpSpPr/>
          <p:nvPr/>
        </p:nvGrpSpPr>
        <p:grpSpPr>
          <a:xfrm>
            <a:off x="-1268250" y="-1448331"/>
            <a:ext cx="11680500" cy="8040150"/>
            <a:chOff x="-1268250" y="-1448331"/>
            <a:chExt cx="11680500" cy="8040150"/>
          </a:xfrm>
        </p:grpSpPr>
        <p:sp>
          <p:nvSpPr>
            <p:cNvPr id="77" name="Google Shape;77;p10"/>
            <p:cNvSpPr/>
            <p:nvPr/>
          </p:nvSpPr>
          <p:spPr>
            <a:xfrm rot="5400000">
              <a:off x="-12682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0"/>
            <p:cNvSpPr/>
            <p:nvPr/>
          </p:nvSpPr>
          <p:spPr>
            <a:xfrm flipH="1" rot="-5400000">
              <a:off x="84289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0"/>
            <p:cNvSpPr/>
            <p:nvPr/>
          </p:nvSpPr>
          <p:spPr>
            <a:xfrm flipH="1" rot="5400000">
              <a:off x="-12682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0"/>
            <p:cNvSpPr/>
            <p:nvPr/>
          </p:nvSpPr>
          <p:spPr>
            <a:xfrm rot="-5400000">
              <a:off x="84289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blipFill>
          <a:blip r:embed="rId2">
            <a:alphaModFix/>
          </a:blip>
          <a:stretch>
            <a:fillRect/>
          </a:stretch>
        </a:blipFill>
      </p:bgPr>
    </p:bg>
    <p:spTree>
      <p:nvGrpSpPr>
        <p:cNvPr id="81" name="Shape 81"/>
        <p:cNvGrpSpPr/>
        <p:nvPr/>
      </p:nvGrpSpPr>
      <p:grpSpPr>
        <a:xfrm>
          <a:off x="0" y="0"/>
          <a:ext cx="0" cy="0"/>
          <a:chOff x="0" y="0"/>
          <a:chExt cx="0" cy="0"/>
        </a:xfrm>
      </p:grpSpPr>
      <p:sp>
        <p:nvSpPr>
          <p:cNvPr id="82" name="Google Shape;82;p11"/>
          <p:cNvSpPr txBox="1"/>
          <p:nvPr>
            <p:ph hasCustomPrompt="1" type="title"/>
          </p:nvPr>
        </p:nvSpPr>
        <p:spPr>
          <a:xfrm>
            <a:off x="1284000" y="2722825"/>
            <a:ext cx="6576000" cy="11022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9600">
                <a:solidFill>
                  <a:schemeClr val="dk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3" name="Google Shape;83;p11"/>
          <p:cNvSpPr txBox="1"/>
          <p:nvPr>
            <p:ph idx="1" type="subTitle"/>
          </p:nvPr>
        </p:nvSpPr>
        <p:spPr>
          <a:xfrm>
            <a:off x="1284000" y="3825025"/>
            <a:ext cx="6576000" cy="474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solidFill>
                  <a:schemeClr val="dk1"/>
                </a:solidFill>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84" name="Google Shape;84;p11"/>
          <p:cNvGrpSpPr/>
          <p:nvPr/>
        </p:nvGrpSpPr>
        <p:grpSpPr>
          <a:xfrm>
            <a:off x="-1268250" y="-1448331"/>
            <a:ext cx="11680500" cy="8040150"/>
            <a:chOff x="-1268250" y="-1448331"/>
            <a:chExt cx="11680500" cy="8040150"/>
          </a:xfrm>
        </p:grpSpPr>
        <p:sp>
          <p:nvSpPr>
            <p:cNvPr id="85" name="Google Shape;85;p11"/>
            <p:cNvSpPr/>
            <p:nvPr/>
          </p:nvSpPr>
          <p:spPr>
            <a:xfrm rot="5400000">
              <a:off x="-12682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1"/>
            <p:cNvSpPr/>
            <p:nvPr/>
          </p:nvSpPr>
          <p:spPr>
            <a:xfrm flipH="1" rot="-5400000">
              <a:off x="84289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1"/>
            <p:cNvSpPr/>
            <p:nvPr/>
          </p:nvSpPr>
          <p:spPr>
            <a:xfrm flipH="1" rot="5400000">
              <a:off x="-12682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1"/>
            <p:cNvSpPr/>
            <p:nvPr/>
          </p:nvSpPr>
          <p:spPr>
            <a:xfrm rot="-5400000">
              <a:off x="84289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9" name="Shape 8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bg>
      <p:bgPr>
        <a:blipFill>
          <a:blip r:embed="rId2">
            <a:alphaModFix/>
          </a:blip>
          <a:stretch>
            <a:fillRect/>
          </a:stretch>
        </a:blipFill>
      </p:bgPr>
    </p:bg>
    <p:spTree>
      <p:nvGrpSpPr>
        <p:cNvPr id="90" name="Shape 90"/>
        <p:cNvGrpSpPr/>
        <p:nvPr/>
      </p:nvGrpSpPr>
      <p:grpSpPr>
        <a:xfrm>
          <a:off x="0" y="0"/>
          <a:ext cx="0" cy="0"/>
          <a:chOff x="0" y="0"/>
          <a:chExt cx="0" cy="0"/>
        </a:xfrm>
      </p:grpSpPr>
      <p:sp>
        <p:nvSpPr>
          <p:cNvPr id="91" name="Google Shape;91;p13"/>
          <p:cNvSpPr txBox="1"/>
          <p:nvPr>
            <p:ph type="title"/>
          </p:nvPr>
        </p:nvSpPr>
        <p:spPr>
          <a:xfrm>
            <a:off x="888725" y="1076300"/>
            <a:ext cx="1439700" cy="6615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000">
                <a:solidFill>
                  <a:schemeClr val="lt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2" name="Google Shape;92;p13"/>
          <p:cNvSpPr txBox="1"/>
          <p:nvPr>
            <p:ph idx="1" type="subTitle"/>
          </p:nvPr>
        </p:nvSpPr>
        <p:spPr>
          <a:xfrm>
            <a:off x="885125" y="1737742"/>
            <a:ext cx="1849800" cy="7158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solidFill>
                  <a:schemeClr val="lt2"/>
                </a:solidFill>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93" name="Google Shape;93;p13"/>
          <p:cNvSpPr txBox="1"/>
          <p:nvPr>
            <p:ph idx="2" type="title"/>
          </p:nvPr>
        </p:nvSpPr>
        <p:spPr>
          <a:xfrm>
            <a:off x="3100404" y="1076300"/>
            <a:ext cx="1849800" cy="6615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000">
                <a:solidFill>
                  <a:schemeClr val="lt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4" name="Google Shape;94;p13"/>
          <p:cNvSpPr txBox="1"/>
          <p:nvPr>
            <p:ph idx="3" type="subTitle"/>
          </p:nvPr>
        </p:nvSpPr>
        <p:spPr>
          <a:xfrm>
            <a:off x="3100427" y="1737729"/>
            <a:ext cx="1849800" cy="732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solidFill>
                  <a:schemeClr val="lt2"/>
                </a:solidFill>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95" name="Google Shape;95;p13"/>
          <p:cNvSpPr txBox="1"/>
          <p:nvPr>
            <p:ph idx="4" type="title"/>
          </p:nvPr>
        </p:nvSpPr>
        <p:spPr>
          <a:xfrm>
            <a:off x="5308503" y="1076300"/>
            <a:ext cx="1849800" cy="6615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000">
                <a:solidFill>
                  <a:schemeClr val="lt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6" name="Google Shape;96;p13"/>
          <p:cNvSpPr txBox="1"/>
          <p:nvPr>
            <p:ph idx="5" type="subTitle"/>
          </p:nvPr>
        </p:nvSpPr>
        <p:spPr>
          <a:xfrm>
            <a:off x="5308527" y="1737667"/>
            <a:ext cx="1849800" cy="7326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solidFill>
                  <a:schemeClr val="lt2"/>
                </a:solidFill>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97" name="Google Shape;97;p13"/>
          <p:cNvSpPr txBox="1"/>
          <p:nvPr>
            <p:ph idx="6" type="title"/>
          </p:nvPr>
        </p:nvSpPr>
        <p:spPr>
          <a:xfrm>
            <a:off x="888725" y="3267375"/>
            <a:ext cx="1849800" cy="6615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000">
                <a:solidFill>
                  <a:schemeClr val="lt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8" name="Google Shape;98;p13"/>
          <p:cNvSpPr txBox="1"/>
          <p:nvPr>
            <p:ph idx="7" type="subTitle"/>
          </p:nvPr>
        </p:nvSpPr>
        <p:spPr>
          <a:xfrm>
            <a:off x="888725" y="3928943"/>
            <a:ext cx="1849800" cy="661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solidFill>
                  <a:schemeClr val="lt2"/>
                </a:solidFill>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99" name="Google Shape;99;p13"/>
          <p:cNvSpPr txBox="1"/>
          <p:nvPr>
            <p:ph idx="8" type="title"/>
          </p:nvPr>
        </p:nvSpPr>
        <p:spPr>
          <a:xfrm>
            <a:off x="3100425" y="3267375"/>
            <a:ext cx="1849800" cy="6615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000">
                <a:solidFill>
                  <a:schemeClr val="lt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0" name="Google Shape;100;p13"/>
          <p:cNvSpPr txBox="1"/>
          <p:nvPr>
            <p:ph idx="9" type="subTitle"/>
          </p:nvPr>
        </p:nvSpPr>
        <p:spPr>
          <a:xfrm>
            <a:off x="3100425" y="3928931"/>
            <a:ext cx="1849800" cy="661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solidFill>
                  <a:schemeClr val="lt2"/>
                </a:solidFill>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101" name="Google Shape;101;p13"/>
          <p:cNvSpPr txBox="1"/>
          <p:nvPr>
            <p:ph idx="13" type="title"/>
          </p:nvPr>
        </p:nvSpPr>
        <p:spPr>
          <a:xfrm>
            <a:off x="5308525" y="3267375"/>
            <a:ext cx="1849800" cy="6615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000">
                <a:solidFill>
                  <a:schemeClr val="lt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2" name="Google Shape;102;p13"/>
          <p:cNvSpPr txBox="1"/>
          <p:nvPr>
            <p:ph idx="14" type="subTitle"/>
          </p:nvPr>
        </p:nvSpPr>
        <p:spPr>
          <a:xfrm>
            <a:off x="5308525" y="3928875"/>
            <a:ext cx="1849800" cy="661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solidFill>
                  <a:schemeClr val="lt2"/>
                </a:solidFill>
              </a:defRPr>
            </a:lvl1pPr>
            <a:lvl2pPr lvl="1" rtl="0">
              <a:lnSpc>
                <a:spcPct val="100000"/>
              </a:lnSpc>
              <a:spcBef>
                <a:spcPts val="0"/>
              </a:spcBef>
              <a:spcAft>
                <a:spcPts val="0"/>
              </a:spcAft>
              <a:buSzPts val="1600"/>
              <a:buNone/>
              <a:defRPr/>
            </a:lvl2pPr>
            <a:lvl3pPr lvl="2" rtl="0">
              <a:lnSpc>
                <a:spcPct val="100000"/>
              </a:lnSpc>
              <a:spcBef>
                <a:spcPts val="0"/>
              </a:spcBef>
              <a:spcAft>
                <a:spcPts val="0"/>
              </a:spcAft>
              <a:buSzPts val="1600"/>
              <a:buNone/>
              <a:defRPr/>
            </a:lvl3pPr>
            <a:lvl4pPr lvl="3" rtl="0">
              <a:lnSpc>
                <a:spcPct val="100000"/>
              </a:lnSpc>
              <a:spcBef>
                <a:spcPts val="0"/>
              </a:spcBef>
              <a:spcAft>
                <a:spcPts val="0"/>
              </a:spcAft>
              <a:buSzPts val="1600"/>
              <a:buNone/>
              <a:defRPr/>
            </a:lvl4pPr>
            <a:lvl5pPr lvl="4" rtl="0">
              <a:lnSpc>
                <a:spcPct val="100000"/>
              </a:lnSpc>
              <a:spcBef>
                <a:spcPts val="0"/>
              </a:spcBef>
              <a:spcAft>
                <a:spcPts val="0"/>
              </a:spcAft>
              <a:buSzPts val="1600"/>
              <a:buNone/>
              <a:defRPr/>
            </a:lvl5pPr>
            <a:lvl6pPr lvl="5" rtl="0">
              <a:lnSpc>
                <a:spcPct val="100000"/>
              </a:lnSpc>
              <a:spcBef>
                <a:spcPts val="0"/>
              </a:spcBef>
              <a:spcAft>
                <a:spcPts val="0"/>
              </a:spcAft>
              <a:buSzPts val="1600"/>
              <a:buNone/>
              <a:defRPr/>
            </a:lvl6pPr>
            <a:lvl7pPr lvl="6" rtl="0">
              <a:lnSpc>
                <a:spcPct val="100000"/>
              </a:lnSpc>
              <a:spcBef>
                <a:spcPts val="0"/>
              </a:spcBef>
              <a:spcAft>
                <a:spcPts val="0"/>
              </a:spcAft>
              <a:buSzPts val="1600"/>
              <a:buNone/>
              <a:defRPr/>
            </a:lvl7pPr>
            <a:lvl8pPr lvl="7" rtl="0">
              <a:lnSpc>
                <a:spcPct val="100000"/>
              </a:lnSpc>
              <a:spcBef>
                <a:spcPts val="0"/>
              </a:spcBef>
              <a:spcAft>
                <a:spcPts val="0"/>
              </a:spcAft>
              <a:buSzPts val="1600"/>
              <a:buNone/>
              <a:defRPr/>
            </a:lvl8pPr>
            <a:lvl9pPr lvl="8" rtl="0">
              <a:lnSpc>
                <a:spcPct val="100000"/>
              </a:lnSpc>
              <a:spcBef>
                <a:spcPts val="0"/>
              </a:spcBef>
              <a:spcAft>
                <a:spcPts val="0"/>
              </a:spcAft>
              <a:buSzPts val="1600"/>
              <a:buNone/>
              <a:defRPr/>
            </a:lvl9pPr>
          </a:lstStyle>
          <a:p/>
        </p:txBody>
      </p:sp>
      <p:sp>
        <p:nvSpPr>
          <p:cNvPr id="103" name="Google Shape;103;p13"/>
          <p:cNvSpPr txBox="1"/>
          <p:nvPr>
            <p:ph idx="15" type="title"/>
          </p:nvPr>
        </p:nvSpPr>
        <p:spPr>
          <a:xfrm rot="5400000">
            <a:off x="5883025" y="2309025"/>
            <a:ext cx="4078200" cy="530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a:solidFill>
                  <a:schemeClr val="lt1"/>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04" name="Google Shape;104;p13"/>
          <p:cNvGrpSpPr/>
          <p:nvPr/>
        </p:nvGrpSpPr>
        <p:grpSpPr>
          <a:xfrm>
            <a:off x="-1268250" y="-1448331"/>
            <a:ext cx="11680500" cy="8040150"/>
            <a:chOff x="-1268250" y="-1448331"/>
            <a:chExt cx="11680500" cy="8040150"/>
          </a:xfrm>
        </p:grpSpPr>
        <p:sp>
          <p:nvSpPr>
            <p:cNvPr id="105" name="Google Shape;105;p13"/>
            <p:cNvSpPr/>
            <p:nvPr/>
          </p:nvSpPr>
          <p:spPr>
            <a:xfrm rot="5400000">
              <a:off x="-12682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3"/>
            <p:cNvSpPr/>
            <p:nvPr/>
          </p:nvSpPr>
          <p:spPr>
            <a:xfrm flipH="1" rot="-5400000">
              <a:off x="84289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3"/>
            <p:cNvSpPr/>
            <p:nvPr/>
          </p:nvSpPr>
          <p:spPr>
            <a:xfrm flipH="1" rot="5400000">
              <a:off x="-12682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3"/>
            <p:cNvSpPr/>
            <p:nvPr/>
          </p:nvSpPr>
          <p:spPr>
            <a:xfrm rot="-5400000">
              <a:off x="84289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bg>
      <p:bgPr>
        <a:blipFill>
          <a:blip r:embed="rId2">
            <a:alphaModFix/>
          </a:blip>
          <a:stretch>
            <a:fillRect/>
          </a:stretch>
        </a:blipFill>
      </p:bgPr>
    </p:bg>
    <p:spTree>
      <p:nvGrpSpPr>
        <p:cNvPr id="109" name="Shape 109"/>
        <p:cNvGrpSpPr/>
        <p:nvPr/>
      </p:nvGrpSpPr>
      <p:grpSpPr>
        <a:xfrm>
          <a:off x="0" y="0"/>
          <a:ext cx="0" cy="0"/>
          <a:chOff x="0" y="0"/>
          <a:chExt cx="0" cy="0"/>
        </a:xfrm>
      </p:grpSpPr>
      <p:sp>
        <p:nvSpPr>
          <p:cNvPr id="110" name="Google Shape;110;p14"/>
          <p:cNvSpPr txBox="1"/>
          <p:nvPr>
            <p:ph type="title"/>
          </p:nvPr>
        </p:nvSpPr>
        <p:spPr>
          <a:xfrm>
            <a:off x="4131006" y="393950"/>
            <a:ext cx="4297500" cy="572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a:solidFill>
                  <a:schemeClr val="lt1"/>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11" name="Google Shape;111;p14"/>
          <p:cNvGrpSpPr/>
          <p:nvPr/>
        </p:nvGrpSpPr>
        <p:grpSpPr>
          <a:xfrm>
            <a:off x="-1268250" y="-1448331"/>
            <a:ext cx="11680500" cy="8040150"/>
            <a:chOff x="-1268250" y="-1448331"/>
            <a:chExt cx="11680500" cy="8040150"/>
          </a:xfrm>
        </p:grpSpPr>
        <p:sp>
          <p:nvSpPr>
            <p:cNvPr id="112" name="Google Shape;112;p14"/>
            <p:cNvSpPr/>
            <p:nvPr/>
          </p:nvSpPr>
          <p:spPr>
            <a:xfrm rot="5400000">
              <a:off x="-12682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4"/>
            <p:cNvSpPr/>
            <p:nvPr/>
          </p:nvSpPr>
          <p:spPr>
            <a:xfrm flipH="1" rot="-5400000">
              <a:off x="84289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4"/>
            <p:cNvSpPr/>
            <p:nvPr/>
          </p:nvSpPr>
          <p:spPr>
            <a:xfrm flipH="1" rot="5400000">
              <a:off x="-12682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4"/>
            <p:cNvSpPr/>
            <p:nvPr/>
          </p:nvSpPr>
          <p:spPr>
            <a:xfrm rot="-5400000">
              <a:off x="84289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3">
    <p:bg>
      <p:bgPr>
        <a:blipFill>
          <a:blip r:embed="rId2">
            <a:alphaModFix/>
          </a:blip>
          <a:stretch>
            <a:fillRect/>
          </a:stretch>
        </a:blipFill>
      </p:bgPr>
    </p:bg>
    <p:spTree>
      <p:nvGrpSpPr>
        <p:cNvPr id="116" name="Shape 116"/>
        <p:cNvGrpSpPr/>
        <p:nvPr/>
      </p:nvGrpSpPr>
      <p:grpSpPr>
        <a:xfrm>
          <a:off x="0" y="0"/>
          <a:ext cx="0" cy="0"/>
          <a:chOff x="0" y="0"/>
          <a:chExt cx="0" cy="0"/>
        </a:xfrm>
      </p:grpSpPr>
      <p:sp>
        <p:nvSpPr>
          <p:cNvPr id="117" name="Google Shape;117;p15"/>
          <p:cNvSpPr txBox="1"/>
          <p:nvPr>
            <p:ph type="title"/>
          </p:nvPr>
        </p:nvSpPr>
        <p:spPr>
          <a:xfrm>
            <a:off x="4661974" y="393950"/>
            <a:ext cx="3766500" cy="572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a:solidFill>
                  <a:schemeClr val="dk1"/>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18" name="Google Shape;118;p15"/>
          <p:cNvGrpSpPr/>
          <p:nvPr/>
        </p:nvGrpSpPr>
        <p:grpSpPr>
          <a:xfrm>
            <a:off x="-1268250" y="-1448331"/>
            <a:ext cx="11680500" cy="8040150"/>
            <a:chOff x="-1268250" y="-1448331"/>
            <a:chExt cx="11680500" cy="8040150"/>
          </a:xfrm>
        </p:grpSpPr>
        <p:sp>
          <p:nvSpPr>
            <p:cNvPr id="119" name="Google Shape;119;p15"/>
            <p:cNvSpPr/>
            <p:nvPr/>
          </p:nvSpPr>
          <p:spPr>
            <a:xfrm rot="5400000">
              <a:off x="-12682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5"/>
            <p:cNvSpPr/>
            <p:nvPr/>
          </p:nvSpPr>
          <p:spPr>
            <a:xfrm flipH="1" rot="-5400000">
              <a:off x="84289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5"/>
            <p:cNvSpPr/>
            <p:nvPr/>
          </p:nvSpPr>
          <p:spPr>
            <a:xfrm flipH="1" rot="5400000">
              <a:off x="-12682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5"/>
            <p:cNvSpPr/>
            <p:nvPr/>
          </p:nvSpPr>
          <p:spPr>
            <a:xfrm rot="-5400000">
              <a:off x="84289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1_2">
    <p:bg>
      <p:bgPr>
        <a:blipFill>
          <a:blip r:embed="rId2">
            <a:alphaModFix/>
          </a:blip>
          <a:stretch>
            <a:fillRect/>
          </a:stretch>
        </a:blipFill>
      </p:bgPr>
    </p:bg>
    <p:spTree>
      <p:nvGrpSpPr>
        <p:cNvPr id="123" name="Shape 123"/>
        <p:cNvGrpSpPr/>
        <p:nvPr/>
      </p:nvGrpSpPr>
      <p:grpSpPr>
        <a:xfrm>
          <a:off x="0" y="0"/>
          <a:ext cx="0" cy="0"/>
          <a:chOff x="0" y="0"/>
          <a:chExt cx="0" cy="0"/>
        </a:xfrm>
      </p:grpSpPr>
      <p:sp>
        <p:nvSpPr>
          <p:cNvPr id="124" name="Google Shape;124;p16"/>
          <p:cNvSpPr txBox="1"/>
          <p:nvPr>
            <p:ph type="title"/>
          </p:nvPr>
        </p:nvSpPr>
        <p:spPr>
          <a:xfrm>
            <a:off x="4594925" y="394550"/>
            <a:ext cx="3834900" cy="572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a:solidFill>
                  <a:schemeClr val="dk1"/>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25" name="Google Shape;125;p16"/>
          <p:cNvGrpSpPr/>
          <p:nvPr/>
        </p:nvGrpSpPr>
        <p:grpSpPr>
          <a:xfrm>
            <a:off x="-1268250" y="-1448331"/>
            <a:ext cx="11680500" cy="8040150"/>
            <a:chOff x="-1268250" y="-1448331"/>
            <a:chExt cx="11680500" cy="8040150"/>
          </a:xfrm>
        </p:grpSpPr>
        <p:sp>
          <p:nvSpPr>
            <p:cNvPr id="126" name="Google Shape;126;p16"/>
            <p:cNvSpPr/>
            <p:nvPr/>
          </p:nvSpPr>
          <p:spPr>
            <a:xfrm rot="5400000">
              <a:off x="-12682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6"/>
            <p:cNvSpPr/>
            <p:nvPr/>
          </p:nvSpPr>
          <p:spPr>
            <a:xfrm flipH="1" rot="-5400000">
              <a:off x="84289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6"/>
            <p:cNvSpPr/>
            <p:nvPr/>
          </p:nvSpPr>
          <p:spPr>
            <a:xfrm flipH="1" rot="5400000">
              <a:off x="-12682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6"/>
            <p:cNvSpPr/>
            <p:nvPr/>
          </p:nvSpPr>
          <p:spPr>
            <a:xfrm rot="-5400000">
              <a:off x="84289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bg>
      <p:bgPr>
        <a:blipFill>
          <a:blip r:embed="rId2">
            <a:alphaModFix/>
          </a:blip>
          <a:stretch>
            <a:fillRect/>
          </a:stretch>
        </a:blipFill>
      </p:bgPr>
    </p:bg>
    <p:spTree>
      <p:nvGrpSpPr>
        <p:cNvPr id="130" name="Shape 130"/>
        <p:cNvGrpSpPr/>
        <p:nvPr/>
      </p:nvGrpSpPr>
      <p:grpSpPr>
        <a:xfrm>
          <a:off x="0" y="0"/>
          <a:ext cx="0" cy="0"/>
          <a:chOff x="0" y="0"/>
          <a:chExt cx="0" cy="0"/>
        </a:xfrm>
      </p:grpSpPr>
      <p:sp>
        <p:nvSpPr>
          <p:cNvPr id="131" name="Google Shape;131;p17"/>
          <p:cNvSpPr txBox="1"/>
          <p:nvPr>
            <p:ph type="title"/>
          </p:nvPr>
        </p:nvSpPr>
        <p:spPr>
          <a:xfrm>
            <a:off x="3496200" y="2285475"/>
            <a:ext cx="21516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a:solidFill>
                  <a:schemeClr val="lt1"/>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32" name="Google Shape;132;p17"/>
          <p:cNvGrpSpPr/>
          <p:nvPr/>
        </p:nvGrpSpPr>
        <p:grpSpPr>
          <a:xfrm>
            <a:off x="-1268250" y="-1448331"/>
            <a:ext cx="11680500" cy="8040150"/>
            <a:chOff x="-1268250" y="-1448331"/>
            <a:chExt cx="11680500" cy="8040150"/>
          </a:xfrm>
        </p:grpSpPr>
        <p:sp>
          <p:nvSpPr>
            <p:cNvPr id="133" name="Google Shape;133;p17"/>
            <p:cNvSpPr/>
            <p:nvPr/>
          </p:nvSpPr>
          <p:spPr>
            <a:xfrm rot="5400000">
              <a:off x="-12682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7"/>
            <p:cNvSpPr/>
            <p:nvPr/>
          </p:nvSpPr>
          <p:spPr>
            <a:xfrm flipH="1" rot="-5400000">
              <a:off x="84289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7"/>
            <p:cNvSpPr/>
            <p:nvPr/>
          </p:nvSpPr>
          <p:spPr>
            <a:xfrm flipH="1" rot="5400000">
              <a:off x="-12682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7"/>
            <p:cNvSpPr/>
            <p:nvPr/>
          </p:nvSpPr>
          <p:spPr>
            <a:xfrm rot="-5400000">
              <a:off x="84289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bg>
      <p:bgPr>
        <a:blipFill>
          <a:blip r:embed="rId2">
            <a:alphaModFix/>
          </a:blip>
          <a:stretch>
            <a:fillRect/>
          </a:stretch>
        </a:blipFill>
      </p:bgPr>
    </p:bg>
    <p:spTree>
      <p:nvGrpSpPr>
        <p:cNvPr id="137" name="Shape 137"/>
        <p:cNvGrpSpPr/>
        <p:nvPr/>
      </p:nvGrpSpPr>
      <p:grpSpPr>
        <a:xfrm>
          <a:off x="0" y="0"/>
          <a:ext cx="0" cy="0"/>
          <a:chOff x="0" y="0"/>
          <a:chExt cx="0" cy="0"/>
        </a:xfrm>
      </p:grpSpPr>
      <p:sp>
        <p:nvSpPr>
          <p:cNvPr id="138" name="Google Shape;138;p18"/>
          <p:cNvSpPr txBox="1"/>
          <p:nvPr>
            <p:ph idx="1" type="subTitle"/>
          </p:nvPr>
        </p:nvSpPr>
        <p:spPr>
          <a:xfrm>
            <a:off x="1090945" y="2225725"/>
            <a:ext cx="3587400" cy="1430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600"/>
              <a:buNone/>
              <a:defRPr>
                <a:solidFill>
                  <a:srgbClr val="13042D"/>
                </a:solidFill>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139" name="Google Shape;139;p18"/>
          <p:cNvSpPr txBox="1"/>
          <p:nvPr>
            <p:ph type="title"/>
          </p:nvPr>
        </p:nvSpPr>
        <p:spPr>
          <a:xfrm>
            <a:off x="2427245" y="1645624"/>
            <a:ext cx="22548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3200">
                <a:solidFill>
                  <a:srgbClr val="13042D"/>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40" name="Google Shape;140;p18"/>
          <p:cNvGrpSpPr/>
          <p:nvPr/>
        </p:nvGrpSpPr>
        <p:grpSpPr>
          <a:xfrm>
            <a:off x="-1268250" y="-1448331"/>
            <a:ext cx="11680500" cy="8040150"/>
            <a:chOff x="-1268250" y="-1448331"/>
            <a:chExt cx="11680500" cy="8040150"/>
          </a:xfrm>
        </p:grpSpPr>
        <p:sp>
          <p:nvSpPr>
            <p:cNvPr id="141" name="Google Shape;141;p18"/>
            <p:cNvSpPr/>
            <p:nvPr/>
          </p:nvSpPr>
          <p:spPr>
            <a:xfrm rot="5400000">
              <a:off x="-12682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8"/>
            <p:cNvSpPr/>
            <p:nvPr/>
          </p:nvSpPr>
          <p:spPr>
            <a:xfrm flipH="1" rot="-5400000">
              <a:off x="84289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8"/>
            <p:cNvSpPr/>
            <p:nvPr/>
          </p:nvSpPr>
          <p:spPr>
            <a:xfrm flipH="1" rot="5400000">
              <a:off x="-12682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8"/>
            <p:cNvSpPr/>
            <p:nvPr/>
          </p:nvSpPr>
          <p:spPr>
            <a:xfrm rot="-5400000">
              <a:off x="84289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bg>
      <p:bgPr>
        <a:blipFill>
          <a:blip r:embed="rId2">
            <a:alphaModFix/>
          </a:blip>
          <a:stretch>
            <a:fillRect/>
          </a:stretch>
        </a:blipFill>
      </p:bgPr>
    </p:bg>
    <p:spTree>
      <p:nvGrpSpPr>
        <p:cNvPr id="145" name="Shape 145"/>
        <p:cNvGrpSpPr/>
        <p:nvPr/>
      </p:nvGrpSpPr>
      <p:grpSpPr>
        <a:xfrm>
          <a:off x="0" y="0"/>
          <a:ext cx="0" cy="0"/>
          <a:chOff x="0" y="0"/>
          <a:chExt cx="0" cy="0"/>
        </a:xfrm>
      </p:grpSpPr>
      <p:sp>
        <p:nvSpPr>
          <p:cNvPr id="146" name="Google Shape;146;p19"/>
          <p:cNvSpPr txBox="1"/>
          <p:nvPr>
            <p:ph type="title"/>
          </p:nvPr>
        </p:nvSpPr>
        <p:spPr>
          <a:xfrm>
            <a:off x="1443125" y="3392700"/>
            <a:ext cx="6257700" cy="531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47" name="Google Shape;147;p19"/>
          <p:cNvSpPr txBox="1"/>
          <p:nvPr>
            <p:ph idx="1" type="subTitle"/>
          </p:nvPr>
        </p:nvSpPr>
        <p:spPr>
          <a:xfrm>
            <a:off x="1443125" y="1188100"/>
            <a:ext cx="6257700" cy="17403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500"/>
              <a:buNone/>
              <a:defRPr sz="2500">
                <a:solidFill>
                  <a:schemeClr val="lt2"/>
                </a:solidFill>
              </a:defRPr>
            </a:lvl1pPr>
            <a:lvl2pPr lvl="1" rtl="0" algn="ctr">
              <a:lnSpc>
                <a:spcPct val="100000"/>
              </a:lnSpc>
              <a:spcBef>
                <a:spcPts val="0"/>
              </a:spcBef>
              <a:spcAft>
                <a:spcPts val="0"/>
              </a:spcAft>
              <a:buSzPts val="2500"/>
              <a:buNone/>
              <a:defRPr sz="2500"/>
            </a:lvl2pPr>
            <a:lvl3pPr lvl="2" rtl="0" algn="ctr">
              <a:lnSpc>
                <a:spcPct val="100000"/>
              </a:lnSpc>
              <a:spcBef>
                <a:spcPts val="0"/>
              </a:spcBef>
              <a:spcAft>
                <a:spcPts val="0"/>
              </a:spcAft>
              <a:buSzPts val="2500"/>
              <a:buNone/>
              <a:defRPr sz="2500"/>
            </a:lvl3pPr>
            <a:lvl4pPr lvl="3" rtl="0" algn="ctr">
              <a:lnSpc>
                <a:spcPct val="100000"/>
              </a:lnSpc>
              <a:spcBef>
                <a:spcPts val="0"/>
              </a:spcBef>
              <a:spcAft>
                <a:spcPts val="0"/>
              </a:spcAft>
              <a:buSzPts val="2500"/>
              <a:buNone/>
              <a:defRPr sz="2500"/>
            </a:lvl4pPr>
            <a:lvl5pPr lvl="4" rtl="0" algn="ctr">
              <a:lnSpc>
                <a:spcPct val="100000"/>
              </a:lnSpc>
              <a:spcBef>
                <a:spcPts val="0"/>
              </a:spcBef>
              <a:spcAft>
                <a:spcPts val="0"/>
              </a:spcAft>
              <a:buSzPts val="2500"/>
              <a:buNone/>
              <a:defRPr sz="2500"/>
            </a:lvl5pPr>
            <a:lvl6pPr lvl="5" rtl="0" algn="ctr">
              <a:lnSpc>
                <a:spcPct val="100000"/>
              </a:lnSpc>
              <a:spcBef>
                <a:spcPts val="0"/>
              </a:spcBef>
              <a:spcAft>
                <a:spcPts val="0"/>
              </a:spcAft>
              <a:buSzPts val="2500"/>
              <a:buNone/>
              <a:defRPr sz="2500"/>
            </a:lvl6pPr>
            <a:lvl7pPr lvl="6" rtl="0" algn="ctr">
              <a:lnSpc>
                <a:spcPct val="100000"/>
              </a:lnSpc>
              <a:spcBef>
                <a:spcPts val="0"/>
              </a:spcBef>
              <a:spcAft>
                <a:spcPts val="0"/>
              </a:spcAft>
              <a:buSzPts val="2500"/>
              <a:buNone/>
              <a:defRPr sz="2500"/>
            </a:lvl7pPr>
            <a:lvl8pPr lvl="7" rtl="0" algn="ctr">
              <a:lnSpc>
                <a:spcPct val="100000"/>
              </a:lnSpc>
              <a:spcBef>
                <a:spcPts val="0"/>
              </a:spcBef>
              <a:spcAft>
                <a:spcPts val="0"/>
              </a:spcAft>
              <a:buSzPts val="2500"/>
              <a:buNone/>
              <a:defRPr sz="2500"/>
            </a:lvl8pPr>
            <a:lvl9pPr lvl="8" rtl="0" algn="ctr">
              <a:lnSpc>
                <a:spcPct val="100000"/>
              </a:lnSpc>
              <a:spcBef>
                <a:spcPts val="0"/>
              </a:spcBef>
              <a:spcAft>
                <a:spcPts val="0"/>
              </a:spcAft>
              <a:buSzPts val="2500"/>
              <a:buNone/>
              <a:defRPr sz="2500"/>
            </a:lvl9pPr>
          </a:lstStyle>
          <a:p/>
        </p:txBody>
      </p:sp>
      <p:grpSp>
        <p:nvGrpSpPr>
          <p:cNvPr id="148" name="Google Shape;148;p19"/>
          <p:cNvGrpSpPr/>
          <p:nvPr/>
        </p:nvGrpSpPr>
        <p:grpSpPr>
          <a:xfrm>
            <a:off x="-1268250" y="-1448331"/>
            <a:ext cx="11680500" cy="8040150"/>
            <a:chOff x="-1268250" y="-1448331"/>
            <a:chExt cx="11680500" cy="8040150"/>
          </a:xfrm>
        </p:grpSpPr>
        <p:sp>
          <p:nvSpPr>
            <p:cNvPr id="149" name="Google Shape;149;p19"/>
            <p:cNvSpPr/>
            <p:nvPr/>
          </p:nvSpPr>
          <p:spPr>
            <a:xfrm rot="5400000">
              <a:off x="-12682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9"/>
            <p:cNvSpPr/>
            <p:nvPr/>
          </p:nvSpPr>
          <p:spPr>
            <a:xfrm flipH="1" rot="-5400000">
              <a:off x="84289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9"/>
            <p:cNvSpPr/>
            <p:nvPr/>
          </p:nvSpPr>
          <p:spPr>
            <a:xfrm flipH="1" rot="5400000">
              <a:off x="-12682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9"/>
            <p:cNvSpPr/>
            <p:nvPr/>
          </p:nvSpPr>
          <p:spPr>
            <a:xfrm rot="-5400000">
              <a:off x="84289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bg>
      <p:bgPr>
        <a:blipFill>
          <a:blip r:embed="rId2">
            <a:alphaModFix/>
          </a:blip>
          <a:stretch>
            <a:fillRect/>
          </a:stretch>
        </a:blipFill>
      </p:bgPr>
    </p:bg>
    <p:spTree>
      <p:nvGrpSpPr>
        <p:cNvPr id="153" name="Shape 153"/>
        <p:cNvGrpSpPr/>
        <p:nvPr/>
      </p:nvGrpSpPr>
      <p:grpSpPr>
        <a:xfrm>
          <a:off x="0" y="0"/>
          <a:ext cx="0" cy="0"/>
          <a:chOff x="0" y="0"/>
          <a:chExt cx="0" cy="0"/>
        </a:xfrm>
      </p:grpSpPr>
      <p:sp>
        <p:nvSpPr>
          <p:cNvPr id="154" name="Google Shape;154;p20"/>
          <p:cNvSpPr txBox="1"/>
          <p:nvPr>
            <p:ph type="title"/>
          </p:nvPr>
        </p:nvSpPr>
        <p:spPr>
          <a:xfrm>
            <a:off x="720000" y="3161570"/>
            <a:ext cx="23364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5" name="Google Shape;155;p20"/>
          <p:cNvSpPr txBox="1"/>
          <p:nvPr>
            <p:ph idx="1" type="subTitle"/>
          </p:nvPr>
        </p:nvSpPr>
        <p:spPr>
          <a:xfrm>
            <a:off x="720000" y="3675060"/>
            <a:ext cx="2336400" cy="933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dk1"/>
                </a:solidFill>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156" name="Google Shape;156;p20"/>
          <p:cNvSpPr txBox="1"/>
          <p:nvPr>
            <p:ph idx="2" type="title"/>
          </p:nvPr>
        </p:nvSpPr>
        <p:spPr>
          <a:xfrm>
            <a:off x="3403800" y="3161570"/>
            <a:ext cx="23364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7" name="Google Shape;157;p20"/>
          <p:cNvSpPr txBox="1"/>
          <p:nvPr>
            <p:ph idx="3" type="subTitle"/>
          </p:nvPr>
        </p:nvSpPr>
        <p:spPr>
          <a:xfrm>
            <a:off x="3403800" y="3675060"/>
            <a:ext cx="2336400" cy="933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dk1"/>
                </a:solidFill>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158" name="Google Shape;158;p20"/>
          <p:cNvSpPr txBox="1"/>
          <p:nvPr>
            <p:ph idx="4" type="title"/>
          </p:nvPr>
        </p:nvSpPr>
        <p:spPr>
          <a:xfrm>
            <a:off x="6087600" y="3161570"/>
            <a:ext cx="23364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9" name="Google Shape;159;p20"/>
          <p:cNvSpPr txBox="1"/>
          <p:nvPr>
            <p:ph idx="5" type="subTitle"/>
          </p:nvPr>
        </p:nvSpPr>
        <p:spPr>
          <a:xfrm>
            <a:off x="6087600" y="3675060"/>
            <a:ext cx="2336400" cy="933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dk1"/>
                </a:solidFill>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160" name="Google Shape;160;p20"/>
          <p:cNvSpPr txBox="1"/>
          <p:nvPr>
            <p:ph idx="6" type="title"/>
          </p:nvPr>
        </p:nvSpPr>
        <p:spPr>
          <a:xfrm>
            <a:off x="4422822" y="394350"/>
            <a:ext cx="4005600" cy="572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a:solidFill>
                  <a:schemeClr val="dk1"/>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61" name="Google Shape;161;p20"/>
          <p:cNvGrpSpPr/>
          <p:nvPr/>
        </p:nvGrpSpPr>
        <p:grpSpPr>
          <a:xfrm>
            <a:off x="-1268250" y="-1448331"/>
            <a:ext cx="11680500" cy="8040150"/>
            <a:chOff x="-1268250" y="-1448331"/>
            <a:chExt cx="11680500" cy="8040150"/>
          </a:xfrm>
        </p:grpSpPr>
        <p:sp>
          <p:nvSpPr>
            <p:cNvPr id="162" name="Google Shape;162;p20"/>
            <p:cNvSpPr/>
            <p:nvPr/>
          </p:nvSpPr>
          <p:spPr>
            <a:xfrm rot="5400000">
              <a:off x="-12682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0"/>
            <p:cNvSpPr/>
            <p:nvPr/>
          </p:nvSpPr>
          <p:spPr>
            <a:xfrm flipH="1" rot="-5400000">
              <a:off x="84289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0"/>
            <p:cNvSpPr/>
            <p:nvPr/>
          </p:nvSpPr>
          <p:spPr>
            <a:xfrm flipH="1" rot="5400000">
              <a:off x="-12682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0"/>
            <p:cNvSpPr/>
            <p:nvPr/>
          </p:nvSpPr>
          <p:spPr>
            <a:xfrm rot="-5400000">
              <a:off x="84289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
  <p:cSld name="BLANK_1_1_1_2_1">
    <p:bg>
      <p:bgPr>
        <a:blipFill>
          <a:blip r:embed="rId2">
            <a:alphaModFix/>
          </a:blip>
          <a:stretch>
            <a:fillRect/>
          </a:stretch>
        </a:blipFill>
      </p:bgPr>
    </p:bg>
    <p:spTree>
      <p:nvGrpSpPr>
        <p:cNvPr id="166" name="Shape 166"/>
        <p:cNvGrpSpPr/>
        <p:nvPr/>
      </p:nvGrpSpPr>
      <p:grpSpPr>
        <a:xfrm>
          <a:off x="0" y="0"/>
          <a:ext cx="0" cy="0"/>
          <a:chOff x="0" y="0"/>
          <a:chExt cx="0" cy="0"/>
        </a:xfrm>
      </p:grpSpPr>
      <p:sp>
        <p:nvSpPr>
          <p:cNvPr id="167" name="Google Shape;167;p21"/>
          <p:cNvSpPr txBox="1"/>
          <p:nvPr>
            <p:ph type="title"/>
          </p:nvPr>
        </p:nvSpPr>
        <p:spPr>
          <a:xfrm>
            <a:off x="1472550" y="1051054"/>
            <a:ext cx="3883200" cy="3846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8" name="Google Shape;168;p21"/>
          <p:cNvSpPr txBox="1"/>
          <p:nvPr>
            <p:ph idx="1" type="subTitle"/>
          </p:nvPr>
        </p:nvSpPr>
        <p:spPr>
          <a:xfrm>
            <a:off x="1472550" y="1447500"/>
            <a:ext cx="38832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solidFill>
                  <a:schemeClr val="dk1"/>
                </a:solidFill>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169" name="Google Shape;169;p21"/>
          <p:cNvSpPr txBox="1"/>
          <p:nvPr>
            <p:ph idx="2" type="title"/>
          </p:nvPr>
        </p:nvSpPr>
        <p:spPr>
          <a:xfrm>
            <a:off x="4206048" y="394425"/>
            <a:ext cx="4222500" cy="572700"/>
          </a:xfrm>
          <a:prstGeom prst="rect">
            <a:avLst/>
          </a:prstGeom>
        </p:spPr>
        <p:txBody>
          <a:bodyPr anchorCtr="0" anchor="ctr" bIns="91425" lIns="91425" spcFirstLastPara="1" rIns="91425" wrap="square" tIns="91425">
            <a:noAutofit/>
          </a:bodyPr>
          <a:lstStyle>
            <a:lvl1pPr lvl="0" rtl="0" algn="r">
              <a:spcBef>
                <a:spcPts val="0"/>
              </a:spcBef>
              <a:spcAft>
                <a:spcPts val="0"/>
              </a:spcAft>
              <a:buClr>
                <a:schemeClr val="dk1"/>
              </a:buClr>
              <a:buSzPts val="3000"/>
              <a:buNone/>
              <a:defRPr>
                <a:solidFill>
                  <a:schemeClr val="dk1"/>
                </a:solidFill>
              </a:defRPr>
            </a:lvl1pPr>
            <a:lvl2pPr lvl="1" rtl="0">
              <a:spcBef>
                <a:spcPts val="0"/>
              </a:spcBef>
              <a:spcAft>
                <a:spcPts val="0"/>
              </a:spcAft>
              <a:buClr>
                <a:schemeClr val="dk1"/>
              </a:buClr>
              <a:buSzPts val="3000"/>
              <a:buNone/>
              <a:defRPr>
                <a:solidFill>
                  <a:schemeClr val="dk1"/>
                </a:solidFill>
              </a:defRPr>
            </a:lvl2pPr>
            <a:lvl3pPr lvl="2" rtl="0">
              <a:spcBef>
                <a:spcPts val="0"/>
              </a:spcBef>
              <a:spcAft>
                <a:spcPts val="0"/>
              </a:spcAft>
              <a:buClr>
                <a:schemeClr val="dk1"/>
              </a:buClr>
              <a:buSzPts val="3000"/>
              <a:buNone/>
              <a:defRPr>
                <a:solidFill>
                  <a:schemeClr val="dk1"/>
                </a:solidFill>
              </a:defRPr>
            </a:lvl3pPr>
            <a:lvl4pPr lvl="3" rtl="0">
              <a:spcBef>
                <a:spcPts val="0"/>
              </a:spcBef>
              <a:spcAft>
                <a:spcPts val="0"/>
              </a:spcAft>
              <a:buClr>
                <a:schemeClr val="dk1"/>
              </a:buClr>
              <a:buSzPts val="3000"/>
              <a:buNone/>
              <a:defRPr>
                <a:solidFill>
                  <a:schemeClr val="dk1"/>
                </a:solidFill>
              </a:defRPr>
            </a:lvl4pPr>
            <a:lvl5pPr lvl="4" rtl="0">
              <a:spcBef>
                <a:spcPts val="0"/>
              </a:spcBef>
              <a:spcAft>
                <a:spcPts val="0"/>
              </a:spcAft>
              <a:buClr>
                <a:schemeClr val="dk1"/>
              </a:buClr>
              <a:buSzPts val="3000"/>
              <a:buNone/>
              <a:defRPr>
                <a:solidFill>
                  <a:schemeClr val="dk1"/>
                </a:solidFill>
              </a:defRPr>
            </a:lvl5pPr>
            <a:lvl6pPr lvl="5" rtl="0">
              <a:spcBef>
                <a:spcPts val="0"/>
              </a:spcBef>
              <a:spcAft>
                <a:spcPts val="0"/>
              </a:spcAft>
              <a:buClr>
                <a:schemeClr val="dk1"/>
              </a:buClr>
              <a:buSzPts val="3000"/>
              <a:buNone/>
              <a:defRPr>
                <a:solidFill>
                  <a:schemeClr val="dk1"/>
                </a:solidFill>
              </a:defRPr>
            </a:lvl6pPr>
            <a:lvl7pPr lvl="6" rtl="0">
              <a:spcBef>
                <a:spcPts val="0"/>
              </a:spcBef>
              <a:spcAft>
                <a:spcPts val="0"/>
              </a:spcAft>
              <a:buClr>
                <a:schemeClr val="dk1"/>
              </a:buClr>
              <a:buSzPts val="3000"/>
              <a:buNone/>
              <a:defRPr>
                <a:solidFill>
                  <a:schemeClr val="dk1"/>
                </a:solidFill>
              </a:defRPr>
            </a:lvl7pPr>
            <a:lvl8pPr lvl="7" rtl="0">
              <a:spcBef>
                <a:spcPts val="0"/>
              </a:spcBef>
              <a:spcAft>
                <a:spcPts val="0"/>
              </a:spcAft>
              <a:buClr>
                <a:schemeClr val="dk1"/>
              </a:buClr>
              <a:buSzPts val="3000"/>
              <a:buNone/>
              <a:defRPr>
                <a:solidFill>
                  <a:schemeClr val="dk1"/>
                </a:solidFill>
              </a:defRPr>
            </a:lvl8pPr>
            <a:lvl9pPr lvl="8" rtl="0">
              <a:spcBef>
                <a:spcPts val="0"/>
              </a:spcBef>
              <a:spcAft>
                <a:spcPts val="0"/>
              </a:spcAft>
              <a:buClr>
                <a:schemeClr val="dk1"/>
              </a:buClr>
              <a:buSzPts val="3000"/>
              <a:buNone/>
              <a:defRPr>
                <a:solidFill>
                  <a:schemeClr val="dk1"/>
                </a:solidFill>
              </a:defRPr>
            </a:lvl9pPr>
          </a:lstStyle>
          <a:p/>
        </p:txBody>
      </p:sp>
      <p:sp>
        <p:nvSpPr>
          <p:cNvPr id="170" name="Google Shape;170;p21"/>
          <p:cNvSpPr txBox="1"/>
          <p:nvPr>
            <p:ph idx="3" type="title"/>
          </p:nvPr>
        </p:nvSpPr>
        <p:spPr>
          <a:xfrm>
            <a:off x="1472550" y="2291926"/>
            <a:ext cx="3883200" cy="3846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71" name="Google Shape;171;p21"/>
          <p:cNvSpPr txBox="1"/>
          <p:nvPr>
            <p:ph idx="4" type="subTitle"/>
          </p:nvPr>
        </p:nvSpPr>
        <p:spPr>
          <a:xfrm>
            <a:off x="1472550" y="2684425"/>
            <a:ext cx="38832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solidFill>
                  <a:schemeClr val="dk1"/>
                </a:solidFill>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172" name="Google Shape;172;p21"/>
          <p:cNvSpPr txBox="1"/>
          <p:nvPr>
            <p:ph idx="5" type="title"/>
          </p:nvPr>
        </p:nvSpPr>
        <p:spPr>
          <a:xfrm>
            <a:off x="1472550" y="3532797"/>
            <a:ext cx="3883200" cy="3846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0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73" name="Google Shape;173;p21"/>
          <p:cNvSpPr txBox="1"/>
          <p:nvPr>
            <p:ph idx="6" type="subTitle"/>
          </p:nvPr>
        </p:nvSpPr>
        <p:spPr>
          <a:xfrm>
            <a:off x="1472550" y="3921350"/>
            <a:ext cx="38832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solidFill>
                  <a:schemeClr val="dk1"/>
                </a:solidFill>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grpSp>
        <p:nvGrpSpPr>
          <p:cNvPr id="174" name="Google Shape;174;p21"/>
          <p:cNvGrpSpPr/>
          <p:nvPr/>
        </p:nvGrpSpPr>
        <p:grpSpPr>
          <a:xfrm>
            <a:off x="-1268250" y="-1448331"/>
            <a:ext cx="11680500" cy="8040150"/>
            <a:chOff x="-1268250" y="-1448331"/>
            <a:chExt cx="11680500" cy="8040150"/>
          </a:xfrm>
        </p:grpSpPr>
        <p:sp>
          <p:nvSpPr>
            <p:cNvPr id="175" name="Google Shape;175;p21"/>
            <p:cNvSpPr/>
            <p:nvPr/>
          </p:nvSpPr>
          <p:spPr>
            <a:xfrm rot="5400000">
              <a:off x="-12682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1"/>
            <p:cNvSpPr/>
            <p:nvPr/>
          </p:nvSpPr>
          <p:spPr>
            <a:xfrm flipH="1" rot="-5400000">
              <a:off x="84289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1"/>
            <p:cNvSpPr/>
            <p:nvPr/>
          </p:nvSpPr>
          <p:spPr>
            <a:xfrm flipH="1" rot="5400000">
              <a:off x="-12682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1"/>
            <p:cNvSpPr/>
            <p:nvPr/>
          </p:nvSpPr>
          <p:spPr>
            <a:xfrm rot="-5400000">
              <a:off x="84289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bg>
      <p:bgPr>
        <a:blipFill>
          <a:blip r:embed="rId2">
            <a:alphaModFix/>
          </a:blip>
          <a:stretch>
            <a:fillRect/>
          </a:stretch>
        </a:blipFill>
      </p:bgPr>
    </p:bg>
    <p:spTree>
      <p:nvGrpSpPr>
        <p:cNvPr id="179" name="Shape 179"/>
        <p:cNvGrpSpPr/>
        <p:nvPr/>
      </p:nvGrpSpPr>
      <p:grpSpPr>
        <a:xfrm>
          <a:off x="0" y="0"/>
          <a:ext cx="0" cy="0"/>
          <a:chOff x="0" y="0"/>
          <a:chExt cx="0" cy="0"/>
        </a:xfrm>
      </p:grpSpPr>
      <p:sp>
        <p:nvSpPr>
          <p:cNvPr id="180" name="Google Shape;180;p22"/>
          <p:cNvSpPr txBox="1"/>
          <p:nvPr>
            <p:ph hasCustomPrompt="1" type="title"/>
          </p:nvPr>
        </p:nvSpPr>
        <p:spPr>
          <a:xfrm>
            <a:off x="1746600" y="540000"/>
            <a:ext cx="5650800" cy="705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200"/>
              <a:buNone/>
              <a:defRPr sz="6200">
                <a:solidFill>
                  <a:schemeClr val="lt1"/>
                </a:solidFill>
              </a:defRPr>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81" name="Google Shape;181;p22"/>
          <p:cNvSpPr txBox="1"/>
          <p:nvPr>
            <p:ph idx="1" type="subTitle"/>
          </p:nvPr>
        </p:nvSpPr>
        <p:spPr>
          <a:xfrm>
            <a:off x="1746600" y="1246027"/>
            <a:ext cx="56508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182" name="Google Shape;182;p22"/>
          <p:cNvSpPr txBox="1"/>
          <p:nvPr>
            <p:ph hasCustomPrompt="1" idx="2" type="title"/>
          </p:nvPr>
        </p:nvSpPr>
        <p:spPr>
          <a:xfrm>
            <a:off x="1746600" y="1996140"/>
            <a:ext cx="5650800" cy="705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200"/>
              <a:buNone/>
              <a:defRPr sz="6200">
                <a:solidFill>
                  <a:schemeClr val="lt1"/>
                </a:solidFill>
              </a:defRPr>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83" name="Google Shape;183;p22"/>
          <p:cNvSpPr txBox="1"/>
          <p:nvPr>
            <p:ph idx="3" type="subTitle"/>
          </p:nvPr>
        </p:nvSpPr>
        <p:spPr>
          <a:xfrm>
            <a:off x="1746600" y="2702160"/>
            <a:ext cx="56508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184" name="Google Shape;184;p22"/>
          <p:cNvSpPr txBox="1"/>
          <p:nvPr>
            <p:ph hasCustomPrompt="1" idx="4" type="title"/>
          </p:nvPr>
        </p:nvSpPr>
        <p:spPr>
          <a:xfrm>
            <a:off x="1746600" y="3452300"/>
            <a:ext cx="5650800" cy="705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200"/>
              <a:buNone/>
              <a:defRPr sz="6200">
                <a:solidFill>
                  <a:schemeClr val="lt1"/>
                </a:solidFill>
              </a:defRPr>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85" name="Google Shape;185;p22"/>
          <p:cNvSpPr txBox="1"/>
          <p:nvPr>
            <p:ph idx="5" type="subTitle"/>
          </p:nvPr>
        </p:nvSpPr>
        <p:spPr>
          <a:xfrm>
            <a:off x="1746600" y="4158324"/>
            <a:ext cx="5650800" cy="445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grpSp>
        <p:nvGrpSpPr>
          <p:cNvPr id="186" name="Google Shape;186;p22"/>
          <p:cNvGrpSpPr/>
          <p:nvPr/>
        </p:nvGrpSpPr>
        <p:grpSpPr>
          <a:xfrm>
            <a:off x="-1268250" y="-1448331"/>
            <a:ext cx="11680500" cy="8040150"/>
            <a:chOff x="-1268250" y="-1448331"/>
            <a:chExt cx="11680500" cy="8040150"/>
          </a:xfrm>
        </p:grpSpPr>
        <p:sp>
          <p:nvSpPr>
            <p:cNvPr id="187" name="Google Shape;187;p22"/>
            <p:cNvSpPr/>
            <p:nvPr/>
          </p:nvSpPr>
          <p:spPr>
            <a:xfrm rot="5400000">
              <a:off x="-12682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2"/>
            <p:cNvSpPr/>
            <p:nvPr/>
          </p:nvSpPr>
          <p:spPr>
            <a:xfrm flipH="1" rot="-5400000">
              <a:off x="8428950" y="-1448331"/>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2"/>
            <p:cNvSpPr/>
            <p:nvPr/>
          </p:nvSpPr>
          <p:spPr>
            <a:xfrm flipH="1" rot="5400000">
              <a:off x="-12682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2"/>
            <p:cNvSpPr/>
            <p:nvPr/>
          </p:nvSpPr>
          <p:spPr>
            <a:xfrm rot="-5400000">
              <a:off x="8428950" y="4608519"/>
              <a:ext cx="1983300" cy="1983300"/>
            </a:xfrm>
            <a:prstGeom prst="arc">
              <a:avLst>
                <a:gd fmla="val 1620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bg>
      <p:bgPr>
        <a:blipFill>
          <a:blip r:embed="rId2">
            <a:alphaModFix/>
          </a:blip>
          <a:stretch>
            <a:fillRect/>
          </a:stretch>
        </a:blipFill>
      </p:bgPr>
    </p:bg>
    <p:spTree>
      <p:nvGrpSpPr>
        <p:cNvPr id="191" name="Shape 191"/>
        <p:cNvGrpSpPr/>
        <p:nvPr/>
      </p:nvGrpSpPr>
      <p:grpSpPr>
        <a:xfrm>
          <a:off x="0" y="0"/>
          <a:ext cx="0" cy="0"/>
          <a:chOff x="0" y="0"/>
          <a:chExt cx="0" cy="0"/>
        </a:xfrm>
      </p:grpSpPr>
      <p:sp>
        <p:nvSpPr>
          <p:cNvPr id="192" name="Google Shape;192;p23"/>
          <p:cNvSpPr txBox="1"/>
          <p:nvPr>
            <p:ph type="ctrTitle"/>
          </p:nvPr>
        </p:nvSpPr>
        <p:spPr>
          <a:xfrm>
            <a:off x="2429950" y="669825"/>
            <a:ext cx="4284000" cy="997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200"/>
              <a:buNone/>
              <a:defRPr sz="5200">
                <a:solidFill>
                  <a:schemeClr val="dk1"/>
                </a:solidFill>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93" name="Google Shape;193;p23"/>
          <p:cNvSpPr txBox="1"/>
          <p:nvPr>
            <p:ph idx="1" type="subTitle"/>
          </p:nvPr>
        </p:nvSpPr>
        <p:spPr>
          <a:xfrm>
            <a:off x="2425075" y="2085550"/>
            <a:ext cx="4293900" cy="11979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grpSp>
        <p:nvGrpSpPr>
          <p:cNvPr id="194" name="Google Shape;194;p23"/>
          <p:cNvGrpSpPr/>
          <p:nvPr/>
        </p:nvGrpSpPr>
        <p:grpSpPr>
          <a:xfrm>
            <a:off x="-1268250" y="-1448331"/>
            <a:ext cx="11680500" cy="8040150"/>
            <a:chOff x="-1268250" y="-1448331"/>
            <a:chExt cx="11680500" cy="8040150"/>
          </a:xfrm>
        </p:grpSpPr>
        <p:sp>
          <p:nvSpPr>
            <p:cNvPr id="195" name="Google Shape;195;p23"/>
            <p:cNvSpPr/>
            <p:nvPr/>
          </p:nvSpPr>
          <p:spPr>
            <a:xfrm rot="5400000">
              <a:off x="-12682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3"/>
            <p:cNvSpPr/>
            <p:nvPr/>
          </p:nvSpPr>
          <p:spPr>
            <a:xfrm flipH="1" rot="-5400000">
              <a:off x="8428950" y="-1448331"/>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3"/>
            <p:cNvSpPr/>
            <p:nvPr/>
          </p:nvSpPr>
          <p:spPr>
            <a:xfrm flipH="1" rot="5400000">
              <a:off x="-12682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3"/>
            <p:cNvSpPr/>
            <p:nvPr/>
          </p:nvSpPr>
          <p:spPr>
            <a:xfrm rot="-5400000">
              <a:off x="8428950" y="4608519"/>
              <a:ext cx="1983300" cy="1983300"/>
            </a:xfrm>
            <a:prstGeom prst="arc">
              <a:avLst>
                <a:gd fmla="val 16200000"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9" name="Google Shape;199;p23"/>
          <p:cNvSpPr txBox="1"/>
          <p:nvPr/>
        </p:nvSpPr>
        <p:spPr>
          <a:xfrm>
            <a:off x="2425075" y="3493225"/>
            <a:ext cx="4293900" cy="6933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a:solidFill>
                  <a:schemeClr val="dk1"/>
                </a:solidFill>
                <a:latin typeface="Source Sans Pro"/>
                <a:ea typeface="Source Sans Pro"/>
                <a:cs typeface="Source Sans Pro"/>
                <a:sym typeface="Source Sans Pro"/>
              </a:rPr>
              <a:t>CREDITS: This presentation template was created by </a:t>
            </a:r>
            <a:r>
              <a:rPr lang="en">
                <a:solidFill>
                  <a:schemeClr val="dk1"/>
                </a:solidFill>
                <a:uFill>
                  <a:noFill/>
                </a:uFill>
                <a:latin typeface="Source Sans Pro"/>
                <a:ea typeface="Source Sans Pro"/>
                <a:cs typeface="Source Sans Pro"/>
                <a:sym typeface="Source Sans Pro"/>
                <a:hlinkClick r:id="rId3">
                  <a:extLst>
                    <a:ext uri="{A12FA001-AC4F-418D-AE19-62706E023703}">
                      <ahyp:hlinkClr val="tx"/>
                    </a:ext>
                  </a:extLst>
                </a:hlinkClick>
              </a:rPr>
              <a:t>Slidesgo</a:t>
            </a:r>
            <a:r>
              <a:rPr lang="en">
                <a:solidFill>
                  <a:schemeClr val="dk1"/>
                </a:solidFill>
                <a:latin typeface="Source Sans Pro"/>
                <a:ea typeface="Source Sans Pro"/>
                <a:cs typeface="Source Sans Pro"/>
                <a:sym typeface="Source Sans Pro"/>
              </a:rPr>
              <a:t>, including icons by </a:t>
            </a:r>
            <a:r>
              <a:rPr lang="en">
                <a:solidFill>
                  <a:schemeClr val="dk1"/>
                </a:solidFill>
                <a:uFill>
                  <a:noFill/>
                </a:uFill>
                <a:latin typeface="Source Sans Pro"/>
                <a:ea typeface="Source Sans Pro"/>
                <a:cs typeface="Source Sans Pro"/>
                <a:sym typeface="Source Sans Pro"/>
                <a:hlinkClick r:id="rId4">
                  <a:extLst>
                    <a:ext uri="{A12FA001-AC4F-418D-AE19-62706E023703}">
                      <ahyp:hlinkClr val="tx"/>
                    </a:ext>
                  </a:extLst>
                </a:hlinkClick>
              </a:rPr>
              <a:t>Flaticon</a:t>
            </a:r>
            <a:r>
              <a:rPr lang="en">
                <a:solidFill>
                  <a:schemeClr val="dk1"/>
                </a:solidFill>
                <a:latin typeface="Source Sans Pro"/>
                <a:ea typeface="Source Sans Pro"/>
                <a:cs typeface="Source Sans Pro"/>
                <a:sym typeface="Source Sans Pro"/>
              </a:rPr>
              <a:t>, and infographics &amp; images by </a:t>
            </a:r>
            <a:r>
              <a:rPr lang="en">
                <a:solidFill>
                  <a:schemeClr val="dk1"/>
                </a:solidFill>
                <a:uFill>
                  <a:noFill/>
                </a:uFill>
                <a:latin typeface="Source Sans Pro"/>
                <a:ea typeface="Source Sans Pro"/>
                <a:cs typeface="Source Sans Pro"/>
                <a:sym typeface="Source Sans Pro"/>
                <a:hlinkClick r:id="rId5">
                  <a:extLst>
                    <a:ext uri="{A12FA001-AC4F-418D-AE19-62706E023703}">
                      <ahyp:hlinkClr val="tx"/>
                    </a:ext>
                  </a:extLst>
                </a:hlinkClick>
              </a:rPr>
              <a:t>Freepik</a:t>
            </a:r>
            <a:endParaRPr>
              <a:solidFill>
                <a:schemeClr val="dk1"/>
              </a:solidFill>
              <a:latin typeface="Source Sans Pro"/>
              <a:ea typeface="Source Sans Pro"/>
              <a:cs typeface="Source Sans Pro"/>
              <a:sym typeface="Source Sans Pr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bg>
      <p:bgPr>
        <a:blipFill>
          <a:blip r:embed="rId2">
            <a:alphaModFix/>
          </a:blip>
          <a:stretch>
            <a:fillRect/>
          </a:stretch>
        </a:blipFill>
      </p:bgPr>
    </p:bg>
    <p:spTree>
      <p:nvGrpSpPr>
        <p:cNvPr id="200" name="Shape 200"/>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bg>
      <p:bgPr>
        <a:blipFill>
          <a:blip r:embed="rId2">
            <a:alphaModFix/>
          </a:blip>
          <a:stretch>
            <a:fillRect/>
          </a:stretch>
        </a:blipFill>
      </p:bgPr>
    </p:bg>
    <p:spTree>
      <p:nvGrpSpPr>
        <p:cNvPr id="201" name="Shape 20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5"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D393FF"/>
              </a:buClr>
              <a:buSzPts val="3000"/>
              <a:buFont typeface="Archivo Black"/>
              <a:buNone/>
              <a:defRPr sz="3000">
                <a:solidFill>
                  <a:srgbClr val="D393FF"/>
                </a:solidFill>
                <a:latin typeface="Archivo Black"/>
                <a:ea typeface="Archivo Black"/>
                <a:cs typeface="Archivo Black"/>
                <a:sym typeface="Archivo Black"/>
              </a:defRPr>
            </a:lvl1pPr>
            <a:lvl2pPr lvl="1" rtl="0">
              <a:spcBef>
                <a:spcPts val="0"/>
              </a:spcBef>
              <a:spcAft>
                <a:spcPts val="0"/>
              </a:spcAft>
              <a:buClr>
                <a:srgbClr val="D393FF"/>
              </a:buClr>
              <a:buSzPts val="3000"/>
              <a:buFont typeface="Archivo Black"/>
              <a:buNone/>
              <a:defRPr sz="3000">
                <a:solidFill>
                  <a:srgbClr val="D393FF"/>
                </a:solidFill>
                <a:latin typeface="Archivo Black"/>
                <a:ea typeface="Archivo Black"/>
                <a:cs typeface="Archivo Black"/>
                <a:sym typeface="Archivo Black"/>
              </a:defRPr>
            </a:lvl2pPr>
            <a:lvl3pPr lvl="2" rtl="0">
              <a:spcBef>
                <a:spcPts val="0"/>
              </a:spcBef>
              <a:spcAft>
                <a:spcPts val="0"/>
              </a:spcAft>
              <a:buClr>
                <a:srgbClr val="D393FF"/>
              </a:buClr>
              <a:buSzPts val="3000"/>
              <a:buFont typeface="Archivo Black"/>
              <a:buNone/>
              <a:defRPr sz="3000">
                <a:solidFill>
                  <a:srgbClr val="D393FF"/>
                </a:solidFill>
                <a:latin typeface="Archivo Black"/>
                <a:ea typeface="Archivo Black"/>
                <a:cs typeface="Archivo Black"/>
                <a:sym typeface="Archivo Black"/>
              </a:defRPr>
            </a:lvl3pPr>
            <a:lvl4pPr lvl="3" rtl="0">
              <a:spcBef>
                <a:spcPts val="0"/>
              </a:spcBef>
              <a:spcAft>
                <a:spcPts val="0"/>
              </a:spcAft>
              <a:buClr>
                <a:srgbClr val="D393FF"/>
              </a:buClr>
              <a:buSzPts val="3000"/>
              <a:buFont typeface="Archivo Black"/>
              <a:buNone/>
              <a:defRPr sz="3000">
                <a:solidFill>
                  <a:srgbClr val="D393FF"/>
                </a:solidFill>
                <a:latin typeface="Archivo Black"/>
                <a:ea typeface="Archivo Black"/>
                <a:cs typeface="Archivo Black"/>
                <a:sym typeface="Archivo Black"/>
              </a:defRPr>
            </a:lvl4pPr>
            <a:lvl5pPr lvl="4" rtl="0">
              <a:spcBef>
                <a:spcPts val="0"/>
              </a:spcBef>
              <a:spcAft>
                <a:spcPts val="0"/>
              </a:spcAft>
              <a:buClr>
                <a:srgbClr val="D393FF"/>
              </a:buClr>
              <a:buSzPts val="3000"/>
              <a:buFont typeface="Archivo Black"/>
              <a:buNone/>
              <a:defRPr sz="3000">
                <a:solidFill>
                  <a:srgbClr val="D393FF"/>
                </a:solidFill>
                <a:latin typeface="Archivo Black"/>
                <a:ea typeface="Archivo Black"/>
                <a:cs typeface="Archivo Black"/>
                <a:sym typeface="Archivo Black"/>
              </a:defRPr>
            </a:lvl5pPr>
            <a:lvl6pPr lvl="5" rtl="0">
              <a:spcBef>
                <a:spcPts val="0"/>
              </a:spcBef>
              <a:spcAft>
                <a:spcPts val="0"/>
              </a:spcAft>
              <a:buClr>
                <a:srgbClr val="D393FF"/>
              </a:buClr>
              <a:buSzPts val="3000"/>
              <a:buFont typeface="Archivo Black"/>
              <a:buNone/>
              <a:defRPr sz="3000">
                <a:solidFill>
                  <a:srgbClr val="D393FF"/>
                </a:solidFill>
                <a:latin typeface="Archivo Black"/>
                <a:ea typeface="Archivo Black"/>
                <a:cs typeface="Archivo Black"/>
                <a:sym typeface="Archivo Black"/>
              </a:defRPr>
            </a:lvl6pPr>
            <a:lvl7pPr lvl="6" rtl="0">
              <a:spcBef>
                <a:spcPts val="0"/>
              </a:spcBef>
              <a:spcAft>
                <a:spcPts val="0"/>
              </a:spcAft>
              <a:buClr>
                <a:srgbClr val="D393FF"/>
              </a:buClr>
              <a:buSzPts val="3000"/>
              <a:buFont typeface="Archivo Black"/>
              <a:buNone/>
              <a:defRPr sz="3000">
                <a:solidFill>
                  <a:srgbClr val="D393FF"/>
                </a:solidFill>
                <a:latin typeface="Archivo Black"/>
                <a:ea typeface="Archivo Black"/>
                <a:cs typeface="Archivo Black"/>
                <a:sym typeface="Archivo Black"/>
              </a:defRPr>
            </a:lvl7pPr>
            <a:lvl8pPr lvl="7" rtl="0">
              <a:spcBef>
                <a:spcPts val="0"/>
              </a:spcBef>
              <a:spcAft>
                <a:spcPts val="0"/>
              </a:spcAft>
              <a:buClr>
                <a:srgbClr val="D393FF"/>
              </a:buClr>
              <a:buSzPts val="3000"/>
              <a:buFont typeface="Archivo Black"/>
              <a:buNone/>
              <a:defRPr sz="3000">
                <a:solidFill>
                  <a:srgbClr val="D393FF"/>
                </a:solidFill>
                <a:latin typeface="Archivo Black"/>
                <a:ea typeface="Archivo Black"/>
                <a:cs typeface="Archivo Black"/>
                <a:sym typeface="Archivo Black"/>
              </a:defRPr>
            </a:lvl8pPr>
            <a:lvl9pPr lvl="8" rtl="0">
              <a:spcBef>
                <a:spcPts val="0"/>
              </a:spcBef>
              <a:spcAft>
                <a:spcPts val="0"/>
              </a:spcAft>
              <a:buClr>
                <a:srgbClr val="D393FF"/>
              </a:buClr>
              <a:buSzPts val="3000"/>
              <a:buFont typeface="Archivo Black"/>
              <a:buNone/>
              <a:defRPr sz="3000">
                <a:solidFill>
                  <a:srgbClr val="D393FF"/>
                </a:solidFill>
                <a:latin typeface="Archivo Black"/>
                <a:ea typeface="Archivo Black"/>
                <a:cs typeface="Archivo Black"/>
                <a:sym typeface="Archivo Black"/>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30200" lvl="0" marL="457200">
              <a:lnSpc>
                <a:spcPct val="115000"/>
              </a:lnSpc>
              <a:spcBef>
                <a:spcPts val="0"/>
              </a:spcBef>
              <a:spcAft>
                <a:spcPts val="0"/>
              </a:spcAft>
              <a:buClr>
                <a:srgbClr val="D393FF"/>
              </a:buClr>
              <a:buSzPts val="1600"/>
              <a:buFont typeface="Source Sans Pro"/>
              <a:buChar char="●"/>
              <a:defRPr sz="1600">
                <a:solidFill>
                  <a:srgbClr val="D393FF"/>
                </a:solidFill>
                <a:latin typeface="Source Sans Pro"/>
                <a:ea typeface="Source Sans Pro"/>
                <a:cs typeface="Source Sans Pro"/>
                <a:sym typeface="Source Sans Pro"/>
              </a:defRPr>
            </a:lvl1pPr>
            <a:lvl2pPr indent="-330200" lvl="1" marL="914400">
              <a:lnSpc>
                <a:spcPct val="115000"/>
              </a:lnSpc>
              <a:spcBef>
                <a:spcPts val="1600"/>
              </a:spcBef>
              <a:spcAft>
                <a:spcPts val="0"/>
              </a:spcAft>
              <a:buClr>
                <a:srgbClr val="D393FF"/>
              </a:buClr>
              <a:buSzPts val="1600"/>
              <a:buFont typeface="Source Sans Pro"/>
              <a:buChar char="○"/>
              <a:defRPr sz="1600">
                <a:solidFill>
                  <a:srgbClr val="D393FF"/>
                </a:solidFill>
                <a:latin typeface="Source Sans Pro"/>
                <a:ea typeface="Source Sans Pro"/>
                <a:cs typeface="Source Sans Pro"/>
                <a:sym typeface="Source Sans Pro"/>
              </a:defRPr>
            </a:lvl2pPr>
            <a:lvl3pPr indent="-330200" lvl="2" marL="1371600">
              <a:lnSpc>
                <a:spcPct val="115000"/>
              </a:lnSpc>
              <a:spcBef>
                <a:spcPts val="1600"/>
              </a:spcBef>
              <a:spcAft>
                <a:spcPts val="0"/>
              </a:spcAft>
              <a:buClr>
                <a:srgbClr val="D393FF"/>
              </a:buClr>
              <a:buSzPts val="1600"/>
              <a:buFont typeface="Source Sans Pro"/>
              <a:buChar char="■"/>
              <a:defRPr sz="1600">
                <a:solidFill>
                  <a:srgbClr val="D393FF"/>
                </a:solidFill>
                <a:latin typeface="Source Sans Pro"/>
                <a:ea typeface="Source Sans Pro"/>
                <a:cs typeface="Source Sans Pro"/>
                <a:sym typeface="Source Sans Pro"/>
              </a:defRPr>
            </a:lvl3pPr>
            <a:lvl4pPr indent="-330200" lvl="3" marL="1828800">
              <a:lnSpc>
                <a:spcPct val="115000"/>
              </a:lnSpc>
              <a:spcBef>
                <a:spcPts val="1600"/>
              </a:spcBef>
              <a:spcAft>
                <a:spcPts val="0"/>
              </a:spcAft>
              <a:buClr>
                <a:srgbClr val="D393FF"/>
              </a:buClr>
              <a:buSzPts val="1600"/>
              <a:buFont typeface="Source Sans Pro"/>
              <a:buChar char="●"/>
              <a:defRPr sz="1600">
                <a:solidFill>
                  <a:srgbClr val="D393FF"/>
                </a:solidFill>
                <a:latin typeface="Source Sans Pro"/>
                <a:ea typeface="Source Sans Pro"/>
                <a:cs typeface="Source Sans Pro"/>
                <a:sym typeface="Source Sans Pro"/>
              </a:defRPr>
            </a:lvl4pPr>
            <a:lvl5pPr indent="-330200" lvl="4" marL="2286000">
              <a:lnSpc>
                <a:spcPct val="115000"/>
              </a:lnSpc>
              <a:spcBef>
                <a:spcPts val="1600"/>
              </a:spcBef>
              <a:spcAft>
                <a:spcPts val="0"/>
              </a:spcAft>
              <a:buClr>
                <a:srgbClr val="D393FF"/>
              </a:buClr>
              <a:buSzPts val="1600"/>
              <a:buFont typeface="Source Sans Pro"/>
              <a:buChar char="○"/>
              <a:defRPr sz="1600">
                <a:solidFill>
                  <a:srgbClr val="D393FF"/>
                </a:solidFill>
                <a:latin typeface="Source Sans Pro"/>
                <a:ea typeface="Source Sans Pro"/>
                <a:cs typeface="Source Sans Pro"/>
                <a:sym typeface="Source Sans Pro"/>
              </a:defRPr>
            </a:lvl5pPr>
            <a:lvl6pPr indent="-330200" lvl="5" marL="2743200">
              <a:lnSpc>
                <a:spcPct val="115000"/>
              </a:lnSpc>
              <a:spcBef>
                <a:spcPts val="1600"/>
              </a:spcBef>
              <a:spcAft>
                <a:spcPts val="0"/>
              </a:spcAft>
              <a:buClr>
                <a:srgbClr val="D393FF"/>
              </a:buClr>
              <a:buSzPts val="1600"/>
              <a:buFont typeface="Source Sans Pro"/>
              <a:buChar char="■"/>
              <a:defRPr sz="1600">
                <a:solidFill>
                  <a:srgbClr val="D393FF"/>
                </a:solidFill>
                <a:latin typeface="Source Sans Pro"/>
                <a:ea typeface="Source Sans Pro"/>
                <a:cs typeface="Source Sans Pro"/>
                <a:sym typeface="Source Sans Pro"/>
              </a:defRPr>
            </a:lvl6pPr>
            <a:lvl7pPr indent="-330200" lvl="6" marL="3200400">
              <a:lnSpc>
                <a:spcPct val="115000"/>
              </a:lnSpc>
              <a:spcBef>
                <a:spcPts val="1600"/>
              </a:spcBef>
              <a:spcAft>
                <a:spcPts val="0"/>
              </a:spcAft>
              <a:buClr>
                <a:srgbClr val="D393FF"/>
              </a:buClr>
              <a:buSzPts val="1600"/>
              <a:buFont typeface="Source Sans Pro"/>
              <a:buChar char="●"/>
              <a:defRPr sz="1600">
                <a:solidFill>
                  <a:srgbClr val="D393FF"/>
                </a:solidFill>
                <a:latin typeface="Source Sans Pro"/>
                <a:ea typeface="Source Sans Pro"/>
                <a:cs typeface="Source Sans Pro"/>
                <a:sym typeface="Source Sans Pro"/>
              </a:defRPr>
            </a:lvl7pPr>
            <a:lvl8pPr indent="-330200" lvl="7" marL="3657600">
              <a:lnSpc>
                <a:spcPct val="115000"/>
              </a:lnSpc>
              <a:spcBef>
                <a:spcPts val="1600"/>
              </a:spcBef>
              <a:spcAft>
                <a:spcPts val="0"/>
              </a:spcAft>
              <a:buClr>
                <a:srgbClr val="D393FF"/>
              </a:buClr>
              <a:buSzPts val="1600"/>
              <a:buFont typeface="Source Sans Pro"/>
              <a:buChar char="○"/>
              <a:defRPr sz="1600">
                <a:solidFill>
                  <a:srgbClr val="D393FF"/>
                </a:solidFill>
                <a:latin typeface="Source Sans Pro"/>
                <a:ea typeface="Source Sans Pro"/>
                <a:cs typeface="Source Sans Pro"/>
                <a:sym typeface="Source Sans Pro"/>
              </a:defRPr>
            </a:lvl8pPr>
            <a:lvl9pPr indent="-330200" lvl="8" marL="4114800">
              <a:lnSpc>
                <a:spcPct val="115000"/>
              </a:lnSpc>
              <a:spcBef>
                <a:spcPts val="1600"/>
              </a:spcBef>
              <a:spcAft>
                <a:spcPts val="1600"/>
              </a:spcAft>
              <a:buClr>
                <a:srgbClr val="D393FF"/>
              </a:buClr>
              <a:buSzPts val="1600"/>
              <a:buFont typeface="Source Sans Pro"/>
              <a:buChar char="■"/>
              <a:defRPr sz="1600">
                <a:solidFill>
                  <a:srgbClr val="D393FF"/>
                </a:solidFill>
                <a:latin typeface="Source Sans Pro"/>
                <a:ea typeface="Source Sans Pro"/>
                <a:cs typeface="Source Sans Pro"/>
                <a:sym typeface="Source Sans Pr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5.jp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2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3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4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4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4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image" Target="../media/image4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4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4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4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image" Target="../media/image4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 Id="rId3" Type="http://schemas.openxmlformats.org/officeDocument/2006/relationships/image" Target="../media/image4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image" Target="../media/image4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4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 Id="rId3" Type="http://schemas.openxmlformats.org/officeDocument/2006/relationships/image" Target="../media/image4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 Id="rId3" Type="http://schemas.openxmlformats.org/officeDocument/2006/relationships/image" Target="../media/image4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5.xml"/><Relationship Id="rId3"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6.xml"/><Relationship Id="rId3" Type="http://schemas.openxmlformats.org/officeDocument/2006/relationships/image" Target="../media/image30.pn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7.xml"/><Relationship Id="rId3" Type="http://schemas.openxmlformats.org/officeDocument/2006/relationships/image" Target="../media/image32.png"/><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8.xml"/><Relationship Id="rId3" Type="http://schemas.openxmlformats.org/officeDocument/2006/relationships/image" Target="../media/image37.png"/><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9.xml"/><Relationship Id="rId3" Type="http://schemas.openxmlformats.org/officeDocument/2006/relationships/image" Target="../media/image36.png"/><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1.xml"/><Relationship Id="rId3" Type="http://schemas.openxmlformats.org/officeDocument/2006/relationships/image" Target="../media/image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2.xml"/><Relationship Id="rId3"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5" name="Shape 205"/>
        <p:cNvGrpSpPr/>
        <p:nvPr/>
      </p:nvGrpSpPr>
      <p:grpSpPr>
        <a:xfrm>
          <a:off x="0" y="0"/>
          <a:ext cx="0" cy="0"/>
          <a:chOff x="0" y="0"/>
          <a:chExt cx="0" cy="0"/>
        </a:xfrm>
      </p:grpSpPr>
      <p:sp>
        <p:nvSpPr>
          <p:cNvPr id="206" name="Google Shape;206;p26"/>
          <p:cNvSpPr txBox="1"/>
          <p:nvPr>
            <p:ph type="ctrTitle"/>
          </p:nvPr>
        </p:nvSpPr>
        <p:spPr>
          <a:xfrm>
            <a:off x="0" y="843625"/>
            <a:ext cx="9144000" cy="1641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accent4"/>
                </a:solidFill>
              </a:rPr>
              <a:t>TAG’D</a:t>
            </a:r>
            <a:endParaRPr>
              <a:solidFill>
                <a:schemeClr val="accent4"/>
              </a:solidFill>
            </a:endParaRPr>
          </a:p>
        </p:txBody>
      </p:sp>
      <p:sp>
        <p:nvSpPr>
          <p:cNvPr id="207" name="Google Shape;207;p26"/>
          <p:cNvSpPr txBox="1"/>
          <p:nvPr>
            <p:ph idx="1" type="subTitle"/>
          </p:nvPr>
        </p:nvSpPr>
        <p:spPr>
          <a:xfrm>
            <a:off x="1477050" y="4320994"/>
            <a:ext cx="6189900" cy="30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Source Sans Pro"/>
                <a:ea typeface="Source Sans Pro"/>
                <a:cs typeface="Source Sans Pro"/>
                <a:sym typeface="Source Sans Pro"/>
              </a:rPr>
              <a:t>Rate and Review your favorite video games/media!</a:t>
            </a:r>
            <a:endParaRPr>
              <a:solidFill>
                <a:schemeClr val="lt1"/>
              </a:solidFill>
              <a:latin typeface="Source Sans Pro"/>
              <a:ea typeface="Source Sans Pro"/>
              <a:cs typeface="Source Sans Pro"/>
              <a:sym typeface="Source Sans Pro"/>
            </a:endParaRPr>
          </a:p>
          <a:p>
            <a:pPr indent="0" lvl="0" marL="0" rtl="0" algn="ctr">
              <a:spcBef>
                <a:spcPts val="0"/>
              </a:spcBef>
              <a:spcAft>
                <a:spcPts val="0"/>
              </a:spcAft>
              <a:buNone/>
            </a:pPr>
            <a:r>
              <a:t/>
            </a:r>
            <a:endParaRPr>
              <a:solidFill>
                <a:schemeClr val="lt1"/>
              </a:solidFill>
              <a:latin typeface="Source Sans Pro"/>
              <a:ea typeface="Source Sans Pro"/>
              <a:cs typeface="Source Sans Pro"/>
              <a:sym typeface="Source Sans Pro"/>
            </a:endParaRPr>
          </a:p>
        </p:txBody>
      </p:sp>
      <p:sp>
        <p:nvSpPr>
          <p:cNvPr id="208" name="Google Shape;208;p26"/>
          <p:cNvSpPr txBox="1"/>
          <p:nvPr>
            <p:ph idx="1" type="subTitle"/>
          </p:nvPr>
        </p:nvSpPr>
        <p:spPr>
          <a:xfrm rot="-5400000">
            <a:off x="-1509650" y="2608625"/>
            <a:ext cx="4063200" cy="387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Source Sans Pro"/>
                <a:ea typeface="Source Sans Pro"/>
                <a:cs typeface="Source Sans Pro"/>
                <a:sym typeface="Source Sans Pro"/>
              </a:rPr>
              <a:t>Wesley Icer • Isabel Acosta</a:t>
            </a:r>
            <a:endParaRPr>
              <a:solidFill>
                <a:schemeClr val="lt1"/>
              </a:solidFill>
              <a:latin typeface="Source Sans Pro"/>
              <a:ea typeface="Source Sans Pro"/>
              <a:cs typeface="Source Sans Pro"/>
              <a:sym typeface="Source Sans Pro"/>
            </a:endParaRPr>
          </a:p>
        </p:txBody>
      </p:sp>
      <p:pic>
        <p:nvPicPr>
          <p:cNvPr id="209" name="Google Shape;209;p26"/>
          <p:cNvPicPr preferRelativeResize="0"/>
          <p:nvPr/>
        </p:nvPicPr>
        <p:blipFill rotWithShape="1">
          <a:blip r:embed="rId4">
            <a:alphaModFix/>
          </a:blip>
          <a:srcRect b="5231" l="7828" r="7819" t="50813"/>
          <a:stretch/>
        </p:blipFill>
        <p:spPr>
          <a:xfrm>
            <a:off x="715450" y="2072575"/>
            <a:ext cx="7713101" cy="2260899"/>
          </a:xfrm>
          <a:prstGeom prst="rect">
            <a:avLst/>
          </a:prstGeom>
          <a:noFill/>
          <a:ln cap="flat" cmpd="sng" w="19050">
            <a:solidFill>
              <a:srgbClr val="D393FF"/>
            </a:solidFill>
            <a:prstDash val="solid"/>
            <a:round/>
            <a:headEnd len="sm" w="sm" type="none"/>
            <a:tailEnd len="sm" w="sm" type="none"/>
          </a:ln>
        </p:spPr>
      </p:pic>
      <p:sp>
        <p:nvSpPr>
          <p:cNvPr id="210" name="Google Shape;210;p26"/>
          <p:cNvSpPr/>
          <p:nvPr/>
        </p:nvSpPr>
        <p:spPr>
          <a:xfrm>
            <a:off x="1561738" y="540234"/>
            <a:ext cx="6020515" cy="647276"/>
          </a:xfrm>
          <a:prstGeom prst="rect">
            <a:avLst/>
          </a:prstGeom>
        </p:spPr>
        <p:txBody>
          <a:bodyPr>
            <a:prstTxWarp prst="textPlain"/>
          </a:bodyPr>
          <a:lstStyle/>
          <a:p>
            <a:pPr lvl="0" algn="ctr"/>
            <a:r>
              <a:rPr b="0" i="0">
                <a:ln cap="flat" cmpd="sng" w="28575">
                  <a:solidFill>
                    <a:schemeClr val="accent4"/>
                  </a:solidFill>
                  <a:prstDash val="solid"/>
                  <a:round/>
                  <a:headEnd len="sm" w="sm" type="none"/>
                  <a:tailEnd len="sm" w="sm" type="none"/>
                </a:ln>
                <a:noFill/>
                <a:latin typeface="Archivo Black"/>
              </a:rPr>
              <a:t>TEAM BETA</a:t>
            </a:r>
          </a:p>
        </p:txBody>
      </p:sp>
      <p:sp>
        <p:nvSpPr>
          <p:cNvPr id="211" name="Google Shape;211;p26"/>
          <p:cNvSpPr/>
          <p:nvPr/>
        </p:nvSpPr>
        <p:spPr>
          <a:xfrm>
            <a:off x="7566975" y="446727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6"/>
          <p:cNvSpPr txBox="1"/>
          <p:nvPr>
            <p:ph idx="1" type="subTitle"/>
          </p:nvPr>
        </p:nvSpPr>
        <p:spPr>
          <a:xfrm rot="5400000">
            <a:off x="6478775" y="2329400"/>
            <a:ext cx="4063200" cy="387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Source Sans Pro"/>
                <a:ea typeface="Source Sans Pro"/>
                <a:cs typeface="Source Sans Pro"/>
                <a:sym typeface="Source Sans Pro"/>
              </a:rPr>
              <a:t>Jonathan Elia  • Caleb Abraham</a:t>
            </a:r>
            <a:endParaRPr>
              <a:solidFill>
                <a:schemeClr val="lt1"/>
              </a:solidFill>
              <a:latin typeface="Source Sans Pro"/>
              <a:ea typeface="Source Sans Pro"/>
              <a:cs typeface="Source Sans Pro"/>
              <a:sym typeface="Source Sans Pro"/>
            </a:endParaRPr>
          </a:p>
          <a:p>
            <a:pPr indent="0" lvl="0" marL="0" rtl="0" algn="ctr">
              <a:spcBef>
                <a:spcPts val="0"/>
              </a:spcBef>
              <a:spcAft>
                <a:spcPts val="0"/>
              </a:spcAft>
              <a:buNone/>
            </a:pPr>
            <a:r>
              <a:t/>
            </a:r>
            <a:endParaRPr>
              <a:solidFill>
                <a:schemeClr val="lt1"/>
              </a:solidFill>
              <a:latin typeface="Source Sans Pro"/>
              <a:ea typeface="Source Sans Pro"/>
              <a:cs typeface="Source Sans Pro"/>
              <a:sym typeface="Source Sans Pro"/>
            </a:endParaRPr>
          </a:p>
        </p:txBody>
      </p:sp>
      <p:sp>
        <p:nvSpPr>
          <p:cNvPr id="213" name="Google Shape;213;p26"/>
          <p:cNvSpPr/>
          <p:nvPr/>
        </p:nvSpPr>
        <p:spPr>
          <a:xfrm>
            <a:off x="386188" y="4049263"/>
            <a:ext cx="658500" cy="658500"/>
          </a:xfrm>
          <a:prstGeom prst="flowChartSummingJunction">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6"/>
          <p:cNvSpPr/>
          <p:nvPr/>
        </p:nvSpPr>
        <p:spPr>
          <a:xfrm>
            <a:off x="4314000" y="-15807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8" name="Shape 218"/>
        <p:cNvGrpSpPr/>
        <p:nvPr/>
      </p:nvGrpSpPr>
      <p:grpSpPr>
        <a:xfrm>
          <a:off x="0" y="0"/>
          <a:ext cx="0" cy="0"/>
          <a:chOff x="0" y="0"/>
          <a:chExt cx="0" cy="0"/>
        </a:xfrm>
      </p:grpSpPr>
      <p:sp>
        <p:nvSpPr>
          <p:cNvPr id="219" name="Google Shape;219;p27"/>
          <p:cNvSpPr txBox="1"/>
          <p:nvPr>
            <p:ph type="title"/>
          </p:nvPr>
        </p:nvSpPr>
        <p:spPr>
          <a:xfrm>
            <a:off x="-551349" y="387321"/>
            <a:ext cx="5988300" cy="57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TAG’D ?</a:t>
            </a:r>
            <a:endParaRPr/>
          </a:p>
        </p:txBody>
      </p:sp>
      <p:sp>
        <p:nvSpPr>
          <p:cNvPr id="220" name="Google Shape;220;p27"/>
          <p:cNvSpPr txBox="1"/>
          <p:nvPr>
            <p:ph idx="1" type="body"/>
          </p:nvPr>
        </p:nvSpPr>
        <p:spPr>
          <a:xfrm>
            <a:off x="720000" y="1152475"/>
            <a:ext cx="7704000" cy="345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2"/>
                </a:solidFill>
              </a:rPr>
              <a:t>TAG’D is an online forum and community where video game players and enthusiasts can discuss and debate their favorite games. Inspired by similar services like Letterboxd it allows users to review and journal their feelings on the titles they play and complete. In addition to reviewing, users will be able to go to a specific game's information page, share clips, and contribute to forum posts about questions on how to get a specific thing/achievement done in a video game.</a:t>
            </a:r>
            <a:endParaRPr>
              <a:solidFill>
                <a:schemeClr val="lt2"/>
              </a:solidFill>
            </a:endParaRPr>
          </a:p>
          <a:p>
            <a:pPr indent="0" lvl="0" marL="0" rtl="0" algn="l">
              <a:spcBef>
                <a:spcPts val="1000"/>
              </a:spcBef>
              <a:spcAft>
                <a:spcPts val="0"/>
              </a:spcAft>
              <a:buNone/>
            </a:pPr>
            <a:r>
              <a:rPr lang="en">
                <a:solidFill>
                  <a:schemeClr val="lt2"/>
                </a:solidFill>
              </a:rPr>
              <a:t>Together, our group created the backbone set up to </a:t>
            </a:r>
            <a:r>
              <a:rPr lang="en">
                <a:solidFill>
                  <a:schemeClr val="lt2"/>
                </a:solidFill>
              </a:rPr>
              <a:t>allow</a:t>
            </a:r>
            <a:r>
              <a:rPr lang="en">
                <a:solidFill>
                  <a:schemeClr val="lt2"/>
                </a:solidFill>
              </a:rPr>
              <a:t> this project to move forward to implementation and potential launch. </a:t>
            </a:r>
            <a:endParaRPr>
              <a:solidFill>
                <a:schemeClr val="lt2"/>
              </a:solidFill>
            </a:endParaRPr>
          </a:p>
          <a:p>
            <a:pPr indent="0" lvl="0" marL="0" rtl="0" algn="l">
              <a:spcBef>
                <a:spcPts val="1000"/>
              </a:spcBef>
              <a:spcAft>
                <a:spcPts val="0"/>
              </a:spcAft>
              <a:buNone/>
            </a:pPr>
            <a:r>
              <a:rPr lang="en">
                <a:solidFill>
                  <a:schemeClr val="lt2"/>
                </a:solidFill>
              </a:rPr>
              <a:t>This </a:t>
            </a:r>
            <a:r>
              <a:rPr lang="en">
                <a:solidFill>
                  <a:schemeClr val="lt2"/>
                </a:solidFill>
              </a:rPr>
              <a:t>setup</a:t>
            </a:r>
            <a:r>
              <a:rPr lang="en">
                <a:solidFill>
                  <a:schemeClr val="lt2"/>
                </a:solidFill>
              </a:rPr>
              <a:t> has been divided into 3 different documents:</a:t>
            </a:r>
            <a:endParaRPr>
              <a:solidFill>
                <a:schemeClr val="lt2"/>
              </a:solidFill>
            </a:endParaRPr>
          </a:p>
          <a:p>
            <a:pPr indent="-304800" lvl="0" marL="914400" rtl="0" algn="l">
              <a:spcBef>
                <a:spcPts val="1000"/>
              </a:spcBef>
              <a:spcAft>
                <a:spcPts val="0"/>
              </a:spcAft>
              <a:buClr>
                <a:schemeClr val="lt2"/>
              </a:buClr>
              <a:buSzPts val="1200"/>
              <a:buChar char="●"/>
            </a:pPr>
            <a:r>
              <a:rPr lang="en">
                <a:solidFill>
                  <a:schemeClr val="lt2"/>
                </a:solidFill>
              </a:rPr>
              <a:t>Project Plan Document</a:t>
            </a:r>
            <a:endParaRPr>
              <a:solidFill>
                <a:schemeClr val="lt2"/>
              </a:solidFill>
            </a:endParaRPr>
          </a:p>
          <a:p>
            <a:pPr indent="-304800" lvl="0" marL="914400" rtl="0" algn="l">
              <a:spcBef>
                <a:spcPts val="0"/>
              </a:spcBef>
              <a:spcAft>
                <a:spcPts val="0"/>
              </a:spcAft>
              <a:buClr>
                <a:schemeClr val="lt2"/>
              </a:buClr>
              <a:buSzPts val="1200"/>
              <a:buChar char="●"/>
            </a:pPr>
            <a:r>
              <a:rPr lang="en">
                <a:solidFill>
                  <a:schemeClr val="lt2"/>
                </a:solidFill>
              </a:rPr>
              <a:t>System Requirements Document</a:t>
            </a:r>
            <a:endParaRPr>
              <a:solidFill>
                <a:schemeClr val="lt2"/>
              </a:solidFill>
            </a:endParaRPr>
          </a:p>
          <a:p>
            <a:pPr indent="-304800" lvl="0" marL="914400" rtl="0" algn="l">
              <a:spcBef>
                <a:spcPts val="0"/>
              </a:spcBef>
              <a:spcAft>
                <a:spcPts val="0"/>
              </a:spcAft>
              <a:buClr>
                <a:schemeClr val="lt2"/>
              </a:buClr>
              <a:buSzPts val="1200"/>
              <a:buChar char="●"/>
            </a:pPr>
            <a:r>
              <a:rPr lang="en">
                <a:solidFill>
                  <a:schemeClr val="lt2"/>
                </a:solidFill>
              </a:rPr>
              <a:t>System Design Document</a:t>
            </a:r>
            <a:endParaRPr>
              <a:solidFill>
                <a:schemeClr val="lt2"/>
              </a:solidFill>
            </a:endParaRPr>
          </a:p>
        </p:txBody>
      </p:sp>
      <p:sp>
        <p:nvSpPr>
          <p:cNvPr id="221" name="Google Shape;221;p27"/>
          <p:cNvSpPr/>
          <p:nvPr/>
        </p:nvSpPr>
        <p:spPr>
          <a:xfrm>
            <a:off x="1960542" y="534975"/>
            <a:ext cx="1623486" cy="291350"/>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WHAT IS</a:t>
            </a:r>
          </a:p>
        </p:txBody>
      </p:sp>
      <p:sp>
        <p:nvSpPr>
          <p:cNvPr id="222" name="Google Shape;222;p27"/>
          <p:cNvSpPr/>
          <p:nvPr/>
        </p:nvSpPr>
        <p:spPr>
          <a:xfrm>
            <a:off x="5730450" y="435052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7"/>
          <p:cNvSpPr/>
          <p:nvPr/>
        </p:nvSpPr>
        <p:spPr>
          <a:xfrm>
            <a:off x="8099288" y="3829263"/>
            <a:ext cx="658500" cy="658500"/>
          </a:xfrm>
          <a:prstGeom prst="flowChartSummingJunction">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7"/>
          <p:cNvSpPr/>
          <p:nvPr/>
        </p:nvSpPr>
        <p:spPr>
          <a:xfrm>
            <a:off x="833650" y="27697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8" name="Shape 228"/>
        <p:cNvGrpSpPr/>
        <p:nvPr/>
      </p:nvGrpSpPr>
      <p:grpSpPr>
        <a:xfrm>
          <a:off x="0" y="0"/>
          <a:ext cx="0" cy="0"/>
          <a:chOff x="0" y="0"/>
          <a:chExt cx="0" cy="0"/>
        </a:xfrm>
      </p:grpSpPr>
      <p:sp>
        <p:nvSpPr>
          <p:cNvPr id="229" name="Google Shape;229;p28"/>
          <p:cNvSpPr txBox="1"/>
          <p:nvPr>
            <p:ph type="title"/>
          </p:nvPr>
        </p:nvSpPr>
        <p:spPr>
          <a:xfrm>
            <a:off x="1285050" y="736188"/>
            <a:ext cx="3189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GOAL</a:t>
            </a:r>
            <a:endParaRPr>
              <a:solidFill>
                <a:schemeClr val="dk1"/>
              </a:solidFill>
            </a:endParaRPr>
          </a:p>
        </p:txBody>
      </p:sp>
      <p:sp>
        <p:nvSpPr>
          <p:cNvPr id="230" name="Google Shape;230;p28"/>
          <p:cNvSpPr txBox="1"/>
          <p:nvPr>
            <p:ph idx="1" type="subTitle"/>
          </p:nvPr>
        </p:nvSpPr>
        <p:spPr>
          <a:xfrm>
            <a:off x="849375" y="2018325"/>
            <a:ext cx="3980700" cy="2071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rPr>
              <a:t>TAG'D is a social networking platform designed for gamers to build and express their digital identity through the games they play. The application allows users to curate a personal profile of their favorite and recently played titles, discover new games through community-driven recommendations, and engage with other players in a moderated, welcoming environment. Beyond the individual user, TAG'D also serves as a promotional channel for indie developers, offering visibility for new releases to an audience of actively engaged gamers.</a:t>
            </a:r>
            <a:endParaRPr>
              <a:solidFill>
                <a:schemeClr val="dk1"/>
              </a:solidFill>
            </a:endParaRPr>
          </a:p>
        </p:txBody>
      </p:sp>
      <p:pic>
        <p:nvPicPr>
          <p:cNvPr id="231" name="Google Shape;231;p28"/>
          <p:cNvPicPr preferRelativeResize="0"/>
          <p:nvPr/>
        </p:nvPicPr>
        <p:blipFill rotWithShape="1">
          <a:blip r:embed="rId4">
            <a:alphaModFix/>
          </a:blip>
          <a:srcRect b="0" l="25780" r="25780" t="0"/>
          <a:stretch/>
        </p:blipFill>
        <p:spPr>
          <a:xfrm>
            <a:off x="4929300" y="534975"/>
            <a:ext cx="3499248" cy="4063500"/>
          </a:xfrm>
          <a:prstGeom prst="rect">
            <a:avLst/>
          </a:prstGeom>
          <a:noFill/>
          <a:ln cap="flat" cmpd="sng" w="19050">
            <a:solidFill>
              <a:schemeClr val="dk2"/>
            </a:solidFill>
            <a:prstDash val="solid"/>
            <a:round/>
            <a:headEnd len="sm" w="sm" type="none"/>
            <a:tailEnd len="sm" w="sm" type="none"/>
          </a:ln>
        </p:spPr>
      </p:pic>
      <p:sp>
        <p:nvSpPr>
          <p:cNvPr id="232" name="Google Shape;232;p28"/>
          <p:cNvSpPr/>
          <p:nvPr/>
        </p:nvSpPr>
        <p:spPr>
          <a:xfrm>
            <a:off x="691737" y="462563"/>
            <a:ext cx="1336049" cy="40170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OUR</a:t>
            </a:r>
          </a:p>
        </p:txBody>
      </p:sp>
      <p:sp>
        <p:nvSpPr>
          <p:cNvPr id="233" name="Google Shape;233;p28"/>
          <p:cNvSpPr/>
          <p:nvPr/>
        </p:nvSpPr>
        <p:spPr>
          <a:xfrm>
            <a:off x="7566975" y="4467275"/>
            <a:ext cx="516000" cy="516000"/>
          </a:xfrm>
          <a:prstGeom prst="star4">
            <a:avLst>
              <a:gd fmla="val 14166"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8"/>
          <p:cNvSpPr/>
          <p:nvPr/>
        </p:nvSpPr>
        <p:spPr>
          <a:xfrm>
            <a:off x="4639213" y="4324763"/>
            <a:ext cx="658500" cy="658500"/>
          </a:xfrm>
          <a:prstGeom prst="flowChartSummingJunction">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8"/>
          <p:cNvSpPr/>
          <p:nvPr/>
        </p:nvSpPr>
        <p:spPr>
          <a:xfrm>
            <a:off x="4314000" y="-158075"/>
            <a:ext cx="516000" cy="516000"/>
          </a:xfrm>
          <a:prstGeom prst="star4">
            <a:avLst>
              <a:gd fmla="val 14166"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9" name="Shape 239"/>
        <p:cNvGrpSpPr/>
        <p:nvPr/>
      </p:nvGrpSpPr>
      <p:grpSpPr>
        <a:xfrm>
          <a:off x="0" y="0"/>
          <a:ext cx="0" cy="0"/>
          <a:chOff x="0" y="0"/>
          <a:chExt cx="0" cy="0"/>
        </a:xfrm>
      </p:grpSpPr>
      <p:sp>
        <p:nvSpPr>
          <p:cNvPr id="240" name="Google Shape;240;p29"/>
          <p:cNvSpPr txBox="1"/>
          <p:nvPr>
            <p:ph type="title"/>
          </p:nvPr>
        </p:nvSpPr>
        <p:spPr>
          <a:xfrm>
            <a:off x="892350" y="1076300"/>
            <a:ext cx="1849800" cy="661500"/>
          </a:xfrm>
          <a:prstGeom prst="rect">
            <a:avLst/>
          </a:prstGeom>
        </p:spPr>
        <p:txBody>
          <a:bodyPr anchorCtr="0" anchor="ctr" bIns="91425" lIns="91425" spcFirstLastPara="1" rIns="274300" wrap="square" tIns="91425">
            <a:noAutofit/>
          </a:bodyPr>
          <a:lstStyle/>
          <a:p>
            <a:pPr indent="0" lvl="0" marL="0" rtl="0" algn="l">
              <a:spcBef>
                <a:spcPts val="0"/>
              </a:spcBef>
              <a:spcAft>
                <a:spcPts val="0"/>
              </a:spcAft>
              <a:buNone/>
            </a:pPr>
            <a:r>
              <a:rPr lang="en"/>
              <a:t>CONTEXT DIAGRAM</a:t>
            </a:r>
            <a:endParaRPr/>
          </a:p>
        </p:txBody>
      </p:sp>
      <p:sp>
        <p:nvSpPr>
          <p:cNvPr id="241" name="Google Shape;241;p29"/>
          <p:cNvSpPr txBox="1"/>
          <p:nvPr>
            <p:ph idx="1" type="subTitle"/>
          </p:nvPr>
        </p:nvSpPr>
        <p:spPr>
          <a:xfrm>
            <a:off x="885125" y="1737742"/>
            <a:ext cx="1849800" cy="715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300"/>
              <a:t>A data flow diagram (DFD) which shows the</a:t>
            </a:r>
            <a:endParaRPr sz="1300"/>
          </a:p>
          <a:p>
            <a:pPr indent="0" lvl="0" marL="0" rtl="0" algn="l">
              <a:spcBef>
                <a:spcPts val="0"/>
              </a:spcBef>
              <a:spcAft>
                <a:spcPts val="0"/>
              </a:spcAft>
              <a:buNone/>
            </a:pPr>
            <a:r>
              <a:rPr lang="en" sz="1300"/>
              <a:t>scope of the system</a:t>
            </a:r>
            <a:endParaRPr sz="1300"/>
          </a:p>
        </p:txBody>
      </p:sp>
      <p:sp>
        <p:nvSpPr>
          <p:cNvPr id="242" name="Google Shape;242;p29"/>
          <p:cNvSpPr txBox="1"/>
          <p:nvPr>
            <p:ph idx="2" type="title"/>
          </p:nvPr>
        </p:nvSpPr>
        <p:spPr>
          <a:xfrm>
            <a:off x="3100429" y="1076300"/>
            <a:ext cx="1849800" cy="66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USE CASE DIAGRAM</a:t>
            </a:r>
            <a:endParaRPr/>
          </a:p>
        </p:txBody>
      </p:sp>
      <p:sp>
        <p:nvSpPr>
          <p:cNvPr id="243" name="Google Shape;243;p29"/>
          <p:cNvSpPr txBox="1"/>
          <p:nvPr>
            <p:ph idx="3" type="subTitle"/>
          </p:nvPr>
        </p:nvSpPr>
        <p:spPr>
          <a:xfrm>
            <a:off x="3100427" y="1767290"/>
            <a:ext cx="1849800" cy="73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300"/>
              <a:t>Behavioral diagram that visually represents how actors interact with a system</a:t>
            </a:r>
            <a:endParaRPr sz="1300"/>
          </a:p>
        </p:txBody>
      </p:sp>
      <p:sp>
        <p:nvSpPr>
          <p:cNvPr id="244" name="Google Shape;244;p29"/>
          <p:cNvSpPr txBox="1"/>
          <p:nvPr>
            <p:ph idx="4" type="title"/>
          </p:nvPr>
        </p:nvSpPr>
        <p:spPr>
          <a:xfrm>
            <a:off x="5308500" y="1076300"/>
            <a:ext cx="2348700" cy="66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DESIGN CLASS DIAGRAM</a:t>
            </a:r>
            <a:endParaRPr/>
          </a:p>
        </p:txBody>
      </p:sp>
      <p:sp>
        <p:nvSpPr>
          <p:cNvPr id="245" name="Google Shape;245;p29"/>
          <p:cNvSpPr txBox="1"/>
          <p:nvPr>
            <p:ph idx="5" type="subTitle"/>
          </p:nvPr>
        </p:nvSpPr>
        <p:spPr>
          <a:xfrm>
            <a:off x="5308527" y="1737667"/>
            <a:ext cx="1849800" cy="73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300"/>
              <a:t>Visually represent the structure and relationships of classes within a system</a:t>
            </a:r>
            <a:endParaRPr sz="1300"/>
          </a:p>
        </p:txBody>
      </p:sp>
      <p:sp>
        <p:nvSpPr>
          <p:cNvPr id="246" name="Google Shape;246;p29"/>
          <p:cNvSpPr txBox="1"/>
          <p:nvPr>
            <p:ph idx="6" type="title"/>
          </p:nvPr>
        </p:nvSpPr>
        <p:spPr>
          <a:xfrm>
            <a:off x="888725" y="3267375"/>
            <a:ext cx="1849800" cy="66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SEQUENCE DIAGRAMS</a:t>
            </a:r>
            <a:endParaRPr/>
          </a:p>
        </p:txBody>
      </p:sp>
      <p:sp>
        <p:nvSpPr>
          <p:cNvPr id="247" name="Google Shape;247;p29"/>
          <p:cNvSpPr txBox="1"/>
          <p:nvPr>
            <p:ph idx="7" type="subTitle"/>
          </p:nvPr>
        </p:nvSpPr>
        <p:spPr>
          <a:xfrm>
            <a:off x="888725" y="3958503"/>
            <a:ext cx="1849800" cy="66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300"/>
              <a:t>Visually represents the interactions between objects or components in a system over time</a:t>
            </a:r>
            <a:endParaRPr sz="1300"/>
          </a:p>
        </p:txBody>
      </p:sp>
      <p:sp>
        <p:nvSpPr>
          <p:cNvPr id="248" name="Google Shape;248;p29"/>
          <p:cNvSpPr txBox="1"/>
          <p:nvPr>
            <p:ph idx="8" type="title"/>
          </p:nvPr>
        </p:nvSpPr>
        <p:spPr>
          <a:xfrm>
            <a:off x="3059066" y="3119024"/>
            <a:ext cx="2165400" cy="66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STATECHART</a:t>
            </a:r>
            <a:endParaRPr/>
          </a:p>
        </p:txBody>
      </p:sp>
      <p:sp>
        <p:nvSpPr>
          <p:cNvPr id="249" name="Google Shape;249;p29"/>
          <p:cNvSpPr txBox="1"/>
          <p:nvPr>
            <p:ph idx="9" type="subTitle"/>
          </p:nvPr>
        </p:nvSpPr>
        <p:spPr>
          <a:xfrm>
            <a:off x="3070865" y="3869804"/>
            <a:ext cx="2165400" cy="66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300"/>
              <a:t>Used to model the dynamic behavior of a system by depicting the states an object can be in and the transitions between these states triggered by events</a:t>
            </a:r>
            <a:endParaRPr sz="1300"/>
          </a:p>
        </p:txBody>
      </p:sp>
      <p:sp>
        <p:nvSpPr>
          <p:cNvPr id="250" name="Google Shape;250;p29"/>
          <p:cNvSpPr txBox="1"/>
          <p:nvPr>
            <p:ph idx="13" type="title"/>
          </p:nvPr>
        </p:nvSpPr>
        <p:spPr>
          <a:xfrm>
            <a:off x="5308525" y="3247668"/>
            <a:ext cx="1849800" cy="66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UI </a:t>
            </a:r>
            <a:endParaRPr/>
          </a:p>
          <a:p>
            <a:pPr indent="0" lvl="0" marL="0" rtl="0" algn="l">
              <a:spcBef>
                <a:spcPts val="0"/>
              </a:spcBef>
              <a:spcAft>
                <a:spcPts val="0"/>
              </a:spcAft>
              <a:buNone/>
            </a:pPr>
            <a:r>
              <a:rPr lang="en"/>
              <a:t>DESIGN</a:t>
            </a:r>
            <a:endParaRPr/>
          </a:p>
        </p:txBody>
      </p:sp>
      <p:sp>
        <p:nvSpPr>
          <p:cNvPr id="251" name="Google Shape;251;p29"/>
          <p:cNvSpPr txBox="1"/>
          <p:nvPr>
            <p:ph idx="14" type="subTitle"/>
          </p:nvPr>
        </p:nvSpPr>
        <p:spPr>
          <a:xfrm>
            <a:off x="5308525" y="3928875"/>
            <a:ext cx="1849800" cy="66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300"/>
              <a:t>Our interface mockup to display how users will interact with our product</a:t>
            </a:r>
            <a:endParaRPr sz="1300"/>
          </a:p>
        </p:txBody>
      </p:sp>
      <p:sp>
        <p:nvSpPr>
          <p:cNvPr id="252" name="Google Shape;252;p29"/>
          <p:cNvSpPr txBox="1"/>
          <p:nvPr>
            <p:ph idx="15" type="title"/>
          </p:nvPr>
        </p:nvSpPr>
        <p:spPr>
          <a:xfrm rot="5400000">
            <a:off x="5883025" y="2309025"/>
            <a:ext cx="4078200" cy="530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CONTENTS</a:t>
            </a:r>
            <a:endParaRPr/>
          </a:p>
        </p:txBody>
      </p:sp>
      <p:sp>
        <p:nvSpPr>
          <p:cNvPr id="253" name="Google Shape;253;p29"/>
          <p:cNvSpPr/>
          <p:nvPr/>
        </p:nvSpPr>
        <p:spPr>
          <a:xfrm>
            <a:off x="996136" y="536792"/>
            <a:ext cx="913201" cy="415199"/>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01.</a:t>
            </a:r>
          </a:p>
        </p:txBody>
      </p:sp>
      <p:sp>
        <p:nvSpPr>
          <p:cNvPr id="254" name="Google Shape;254;p29"/>
          <p:cNvSpPr/>
          <p:nvPr/>
        </p:nvSpPr>
        <p:spPr>
          <a:xfrm rot="5400000">
            <a:off x="7137677" y="2420686"/>
            <a:ext cx="2279622" cy="302125"/>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TABLE OF</a:t>
            </a:r>
          </a:p>
        </p:txBody>
      </p:sp>
      <p:sp>
        <p:nvSpPr>
          <p:cNvPr id="255" name="Google Shape;255;p29"/>
          <p:cNvSpPr/>
          <p:nvPr/>
        </p:nvSpPr>
        <p:spPr>
          <a:xfrm>
            <a:off x="3211398" y="536779"/>
            <a:ext cx="913201" cy="415199"/>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02.</a:t>
            </a:r>
          </a:p>
        </p:txBody>
      </p:sp>
      <p:sp>
        <p:nvSpPr>
          <p:cNvPr id="256" name="Google Shape;256;p29"/>
          <p:cNvSpPr/>
          <p:nvPr/>
        </p:nvSpPr>
        <p:spPr>
          <a:xfrm>
            <a:off x="5423061" y="536717"/>
            <a:ext cx="913201" cy="415199"/>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03.</a:t>
            </a:r>
          </a:p>
        </p:txBody>
      </p:sp>
      <p:sp>
        <p:nvSpPr>
          <p:cNvPr id="257" name="Google Shape;257;p29"/>
          <p:cNvSpPr/>
          <p:nvPr/>
        </p:nvSpPr>
        <p:spPr>
          <a:xfrm>
            <a:off x="996136" y="2718860"/>
            <a:ext cx="913201" cy="415199"/>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04.</a:t>
            </a:r>
          </a:p>
        </p:txBody>
      </p:sp>
      <p:sp>
        <p:nvSpPr>
          <p:cNvPr id="258" name="Google Shape;258;p29"/>
          <p:cNvSpPr/>
          <p:nvPr/>
        </p:nvSpPr>
        <p:spPr>
          <a:xfrm>
            <a:off x="3211398" y="2718848"/>
            <a:ext cx="913201" cy="415199"/>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05.</a:t>
            </a:r>
          </a:p>
        </p:txBody>
      </p:sp>
      <p:sp>
        <p:nvSpPr>
          <p:cNvPr id="259" name="Google Shape;259;p29"/>
          <p:cNvSpPr/>
          <p:nvPr/>
        </p:nvSpPr>
        <p:spPr>
          <a:xfrm>
            <a:off x="5423061" y="2718785"/>
            <a:ext cx="913201" cy="415199"/>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06.</a:t>
            </a:r>
          </a:p>
        </p:txBody>
      </p:sp>
      <p:sp>
        <p:nvSpPr>
          <p:cNvPr id="260" name="Google Shape;260;p29"/>
          <p:cNvSpPr txBox="1"/>
          <p:nvPr/>
        </p:nvSpPr>
        <p:spPr>
          <a:xfrm rot="-5400000">
            <a:off x="-1513500" y="2378325"/>
            <a:ext cx="4063200" cy="38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Source Sans Pro"/>
                <a:ea typeface="Source Sans Pro"/>
                <a:cs typeface="Source Sans Pro"/>
                <a:sym typeface="Source Sans Pro"/>
              </a:rPr>
              <a:t>TAG’D</a:t>
            </a:r>
            <a:endParaRPr sz="1600">
              <a:solidFill>
                <a:schemeClr val="lt1"/>
              </a:solidFill>
              <a:latin typeface="Source Sans Pro"/>
              <a:ea typeface="Source Sans Pro"/>
              <a:cs typeface="Source Sans Pro"/>
              <a:sym typeface="Source Sans Pro"/>
            </a:endParaRPr>
          </a:p>
        </p:txBody>
      </p:sp>
      <p:sp>
        <p:nvSpPr>
          <p:cNvPr id="261" name="Google Shape;261;p29"/>
          <p:cNvSpPr/>
          <p:nvPr/>
        </p:nvSpPr>
        <p:spPr>
          <a:xfrm>
            <a:off x="7445363" y="205713"/>
            <a:ext cx="658500" cy="658500"/>
          </a:xfrm>
          <a:prstGeom prst="flowChartSummingJunction">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9"/>
          <p:cNvSpPr/>
          <p:nvPr/>
        </p:nvSpPr>
        <p:spPr>
          <a:xfrm>
            <a:off x="136450" y="86422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9"/>
          <p:cNvSpPr/>
          <p:nvPr/>
        </p:nvSpPr>
        <p:spPr>
          <a:xfrm>
            <a:off x="7566975" y="446727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pic>
        <p:nvPicPr>
          <p:cNvPr id="268" name="Google Shape;268;p30"/>
          <p:cNvPicPr preferRelativeResize="0"/>
          <p:nvPr/>
        </p:nvPicPr>
        <p:blipFill rotWithShape="1">
          <a:blip r:embed="rId3">
            <a:alphaModFix/>
          </a:blip>
          <a:srcRect b="62220" l="0" r="15647" t="0"/>
          <a:stretch/>
        </p:blipFill>
        <p:spPr>
          <a:xfrm>
            <a:off x="715450" y="534975"/>
            <a:ext cx="7713101" cy="1943249"/>
          </a:xfrm>
          <a:prstGeom prst="rect">
            <a:avLst/>
          </a:prstGeom>
          <a:noFill/>
          <a:ln cap="flat" cmpd="sng" w="19050">
            <a:solidFill>
              <a:srgbClr val="D393FF"/>
            </a:solidFill>
            <a:prstDash val="solid"/>
            <a:round/>
            <a:headEnd len="sm" w="sm" type="none"/>
            <a:tailEnd len="sm" w="sm" type="none"/>
          </a:ln>
        </p:spPr>
      </p:pic>
      <p:sp>
        <p:nvSpPr>
          <p:cNvPr id="269" name="Google Shape;269;p30"/>
          <p:cNvSpPr txBox="1"/>
          <p:nvPr>
            <p:ph idx="4294967295" type="title"/>
          </p:nvPr>
        </p:nvSpPr>
        <p:spPr>
          <a:xfrm>
            <a:off x="2054250" y="3655124"/>
            <a:ext cx="5035500" cy="67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CONTEXT DIAGRAM</a:t>
            </a:r>
            <a:endParaRPr/>
          </a:p>
          <a:p>
            <a:pPr indent="0" lvl="0" marL="0" rtl="0" algn="ctr">
              <a:spcBef>
                <a:spcPts val="0"/>
              </a:spcBef>
              <a:spcAft>
                <a:spcPts val="0"/>
              </a:spcAft>
              <a:buNone/>
            </a:pPr>
            <a:r>
              <a:t/>
            </a:r>
            <a:endParaRPr/>
          </a:p>
        </p:txBody>
      </p:sp>
      <p:sp>
        <p:nvSpPr>
          <p:cNvPr id="270" name="Google Shape;270;p30"/>
          <p:cNvSpPr/>
          <p:nvPr/>
        </p:nvSpPr>
        <p:spPr>
          <a:xfrm>
            <a:off x="3646263" y="2737119"/>
            <a:ext cx="1851474" cy="841799"/>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01.</a:t>
            </a:r>
          </a:p>
        </p:txBody>
      </p:sp>
      <p:sp>
        <p:nvSpPr>
          <p:cNvPr id="271" name="Google Shape;271;p30"/>
          <p:cNvSpPr/>
          <p:nvPr/>
        </p:nvSpPr>
        <p:spPr>
          <a:xfrm>
            <a:off x="7052125" y="277057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0"/>
          <p:cNvSpPr/>
          <p:nvPr/>
        </p:nvSpPr>
        <p:spPr>
          <a:xfrm>
            <a:off x="7445363" y="205713"/>
            <a:ext cx="658500" cy="658500"/>
          </a:xfrm>
          <a:prstGeom prst="flowChartSummingJunction">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0"/>
          <p:cNvSpPr/>
          <p:nvPr/>
        </p:nvSpPr>
        <p:spPr>
          <a:xfrm>
            <a:off x="1968850" y="222112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0"/>
          <p:cNvSpPr/>
          <p:nvPr/>
        </p:nvSpPr>
        <p:spPr>
          <a:xfrm>
            <a:off x="1575875" y="435052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id="279" name="Google Shape;279;p31" title="TAGD_SCD.drawio.png"/>
          <p:cNvPicPr preferRelativeResize="0"/>
          <p:nvPr/>
        </p:nvPicPr>
        <p:blipFill>
          <a:blip r:embed="rId3">
            <a:alphaModFix/>
          </a:blip>
          <a:stretch>
            <a:fillRect/>
          </a:stretch>
        </p:blipFill>
        <p:spPr>
          <a:xfrm>
            <a:off x="1779449" y="274400"/>
            <a:ext cx="6299751" cy="4594699"/>
          </a:xfrm>
          <a:prstGeom prst="rect">
            <a:avLst/>
          </a:prstGeom>
          <a:noFill/>
          <a:ln cap="flat" cmpd="sng" w="19050">
            <a:solidFill>
              <a:schemeClr val="dk2"/>
            </a:solidFill>
            <a:prstDash val="solid"/>
            <a:round/>
            <a:headEnd len="sm" w="sm" type="none"/>
            <a:tailEnd len="sm" w="sm" type="none"/>
          </a:ln>
        </p:spPr>
      </p:pic>
      <p:sp>
        <p:nvSpPr>
          <p:cNvPr id="280" name="Google Shape;280;p31"/>
          <p:cNvSpPr/>
          <p:nvPr/>
        </p:nvSpPr>
        <p:spPr>
          <a:xfrm>
            <a:off x="240246" y="669056"/>
            <a:ext cx="823744"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OUR</a:t>
            </a:r>
          </a:p>
        </p:txBody>
      </p:sp>
      <p:sp>
        <p:nvSpPr>
          <p:cNvPr id="281" name="Google Shape;281;p31"/>
          <p:cNvSpPr txBox="1"/>
          <p:nvPr>
            <p:ph idx="6" type="title"/>
          </p:nvPr>
        </p:nvSpPr>
        <p:spPr>
          <a:xfrm>
            <a:off x="-3143884" y="876288"/>
            <a:ext cx="4782300" cy="57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SSD:</a:t>
            </a:r>
            <a:endParaRPr/>
          </a:p>
        </p:txBody>
      </p:sp>
      <p:sp>
        <p:nvSpPr>
          <p:cNvPr id="282" name="Google Shape;282;p31"/>
          <p:cNvSpPr/>
          <p:nvPr/>
        </p:nvSpPr>
        <p:spPr>
          <a:xfrm>
            <a:off x="139625" y="414425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1"/>
          <p:cNvSpPr/>
          <p:nvPr/>
        </p:nvSpPr>
        <p:spPr>
          <a:xfrm>
            <a:off x="1064000" y="150812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pic>
        <p:nvPicPr>
          <p:cNvPr id="288" name="Google Shape;288;p32"/>
          <p:cNvPicPr preferRelativeResize="0"/>
          <p:nvPr/>
        </p:nvPicPr>
        <p:blipFill rotWithShape="1">
          <a:blip r:embed="rId3">
            <a:alphaModFix/>
          </a:blip>
          <a:srcRect b="62220" l="0" r="15647" t="0"/>
          <a:stretch/>
        </p:blipFill>
        <p:spPr>
          <a:xfrm>
            <a:off x="715450" y="534975"/>
            <a:ext cx="7713101" cy="1943249"/>
          </a:xfrm>
          <a:prstGeom prst="rect">
            <a:avLst/>
          </a:prstGeom>
          <a:noFill/>
          <a:ln cap="flat" cmpd="sng" w="19050">
            <a:solidFill>
              <a:srgbClr val="D393FF"/>
            </a:solidFill>
            <a:prstDash val="solid"/>
            <a:round/>
            <a:headEnd len="sm" w="sm" type="none"/>
            <a:tailEnd len="sm" w="sm" type="none"/>
          </a:ln>
        </p:spPr>
      </p:pic>
      <p:sp>
        <p:nvSpPr>
          <p:cNvPr id="289" name="Google Shape;289;p32"/>
          <p:cNvSpPr txBox="1"/>
          <p:nvPr>
            <p:ph idx="4294967295" type="title"/>
          </p:nvPr>
        </p:nvSpPr>
        <p:spPr>
          <a:xfrm>
            <a:off x="2054250" y="3655124"/>
            <a:ext cx="5035500" cy="67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USE CASE DIAGRAM</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290" name="Google Shape;290;p32"/>
          <p:cNvSpPr/>
          <p:nvPr/>
        </p:nvSpPr>
        <p:spPr>
          <a:xfrm>
            <a:off x="3646263" y="2737119"/>
            <a:ext cx="1851474" cy="841799"/>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02.</a:t>
            </a:r>
          </a:p>
        </p:txBody>
      </p:sp>
      <p:sp>
        <p:nvSpPr>
          <p:cNvPr id="291" name="Google Shape;291;p32"/>
          <p:cNvSpPr/>
          <p:nvPr/>
        </p:nvSpPr>
        <p:spPr>
          <a:xfrm>
            <a:off x="7052125" y="277057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2"/>
          <p:cNvSpPr/>
          <p:nvPr/>
        </p:nvSpPr>
        <p:spPr>
          <a:xfrm>
            <a:off x="7445363" y="205713"/>
            <a:ext cx="658500" cy="658500"/>
          </a:xfrm>
          <a:prstGeom prst="flowChartSummingJunction">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2"/>
          <p:cNvSpPr/>
          <p:nvPr/>
        </p:nvSpPr>
        <p:spPr>
          <a:xfrm>
            <a:off x="1968850" y="222112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2"/>
          <p:cNvSpPr/>
          <p:nvPr/>
        </p:nvSpPr>
        <p:spPr>
          <a:xfrm>
            <a:off x="1575875" y="435052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3"/>
          <p:cNvSpPr/>
          <p:nvPr/>
        </p:nvSpPr>
        <p:spPr>
          <a:xfrm>
            <a:off x="437321" y="669056"/>
            <a:ext cx="823744"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OUR</a:t>
            </a:r>
          </a:p>
        </p:txBody>
      </p:sp>
      <p:sp>
        <p:nvSpPr>
          <p:cNvPr id="300" name="Google Shape;300;p33"/>
          <p:cNvSpPr txBox="1"/>
          <p:nvPr>
            <p:ph idx="6" type="title"/>
          </p:nvPr>
        </p:nvSpPr>
        <p:spPr>
          <a:xfrm>
            <a:off x="-2749734" y="901263"/>
            <a:ext cx="4782300" cy="57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UCD:</a:t>
            </a:r>
            <a:endParaRPr/>
          </a:p>
        </p:txBody>
      </p:sp>
      <p:pic>
        <p:nvPicPr>
          <p:cNvPr id="301" name="Google Shape;301;p33" title="Tag'd Use Case Diagram.drawio.png"/>
          <p:cNvPicPr preferRelativeResize="0"/>
          <p:nvPr/>
        </p:nvPicPr>
        <p:blipFill>
          <a:blip r:embed="rId3">
            <a:alphaModFix/>
          </a:blip>
          <a:stretch>
            <a:fillRect/>
          </a:stretch>
        </p:blipFill>
        <p:spPr>
          <a:xfrm>
            <a:off x="2750166" y="231025"/>
            <a:ext cx="3643661" cy="4681441"/>
          </a:xfrm>
          <a:prstGeom prst="rect">
            <a:avLst/>
          </a:prstGeom>
          <a:noFill/>
          <a:ln cap="flat" cmpd="sng" w="19050">
            <a:solidFill>
              <a:schemeClr val="dk2"/>
            </a:solidFill>
            <a:prstDash val="solid"/>
            <a:round/>
            <a:headEnd len="sm" w="sm" type="none"/>
            <a:tailEnd len="sm" w="sm" type="none"/>
          </a:ln>
        </p:spPr>
      </p:pic>
      <p:sp>
        <p:nvSpPr>
          <p:cNvPr id="302" name="Google Shape;302;p33"/>
          <p:cNvSpPr/>
          <p:nvPr/>
        </p:nvSpPr>
        <p:spPr>
          <a:xfrm>
            <a:off x="287425" y="120792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3"/>
          <p:cNvSpPr/>
          <p:nvPr/>
        </p:nvSpPr>
        <p:spPr>
          <a:xfrm>
            <a:off x="6923400" y="439647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3"/>
          <p:cNvSpPr/>
          <p:nvPr/>
        </p:nvSpPr>
        <p:spPr>
          <a:xfrm>
            <a:off x="8031575" y="15305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4"/>
          <p:cNvSpPr/>
          <p:nvPr/>
        </p:nvSpPr>
        <p:spPr>
          <a:xfrm>
            <a:off x="765096" y="408487"/>
            <a:ext cx="264030" cy="28153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A</a:t>
            </a:r>
          </a:p>
        </p:txBody>
      </p:sp>
      <p:sp>
        <p:nvSpPr>
          <p:cNvPr id="310" name="Google Shape;310;p34"/>
          <p:cNvSpPr txBox="1"/>
          <p:nvPr>
            <p:ph idx="6" type="title"/>
          </p:nvPr>
        </p:nvSpPr>
        <p:spPr>
          <a:xfrm>
            <a:off x="-517850" y="262900"/>
            <a:ext cx="5888700" cy="57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CLOSER LOOK pt. 1</a:t>
            </a:r>
            <a:endParaRPr/>
          </a:p>
        </p:txBody>
      </p:sp>
      <p:pic>
        <p:nvPicPr>
          <p:cNvPr id="311" name="Google Shape;311;p34" title="Tag'd Use Case Diagram.drawio.png"/>
          <p:cNvPicPr preferRelativeResize="0"/>
          <p:nvPr/>
        </p:nvPicPr>
        <p:blipFill rotWithShape="1">
          <a:blip r:embed="rId3">
            <a:alphaModFix/>
          </a:blip>
          <a:srcRect b="67694" l="0" r="0" t="0"/>
          <a:stretch/>
        </p:blipFill>
        <p:spPr>
          <a:xfrm>
            <a:off x="379225" y="1054350"/>
            <a:ext cx="8385552" cy="3480724"/>
          </a:xfrm>
          <a:prstGeom prst="rect">
            <a:avLst/>
          </a:prstGeom>
          <a:noFill/>
          <a:ln cap="flat" cmpd="sng" w="19050">
            <a:solidFill>
              <a:schemeClr val="dk2"/>
            </a:solidFill>
            <a:prstDash val="solid"/>
            <a:round/>
            <a:headEnd len="sm" w="sm" type="none"/>
            <a:tailEnd len="sm" w="sm" type="none"/>
          </a:ln>
        </p:spPr>
      </p:pic>
      <p:sp>
        <p:nvSpPr>
          <p:cNvPr id="312" name="Google Shape;312;p34"/>
          <p:cNvSpPr/>
          <p:nvPr/>
        </p:nvSpPr>
        <p:spPr>
          <a:xfrm>
            <a:off x="159350" y="462750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5"/>
          <p:cNvSpPr/>
          <p:nvPr/>
        </p:nvSpPr>
        <p:spPr>
          <a:xfrm>
            <a:off x="765096" y="408487"/>
            <a:ext cx="264030" cy="28153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A</a:t>
            </a:r>
          </a:p>
        </p:txBody>
      </p:sp>
      <p:sp>
        <p:nvSpPr>
          <p:cNvPr id="318" name="Google Shape;318;p35"/>
          <p:cNvSpPr txBox="1"/>
          <p:nvPr>
            <p:ph idx="6" type="title"/>
          </p:nvPr>
        </p:nvSpPr>
        <p:spPr>
          <a:xfrm>
            <a:off x="-517850" y="262900"/>
            <a:ext cx="5936400" cy="57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CLOSER LOOK pt. 2</a:t>
            </a:r>
            <a:endParaRPr/>
          </a:p>
        </p:txBody>
      </p:sp>
      <p:pic>
        <p:nvPicPr>
          <p:cNvPr id="319" name="Google Shape;319;p35" title="Tag'd Use Case Diagram.drawio.png"/>
          <p:cNvPicPr preferRelativeResize="0"/>
          <p:nvPr/>
        </p:nvPicPr>
        <p:blipFill rotWithShape="1">
          <a:blip r:embed="rId3">
            <a:alphaModFix/>
          </a:blip>
          <a:srcRect b="35795" l="0" r="0" t="31899"/>
          <a:stretch/>
        </p:blipFill>
        <p:spPr>
          <a:xfrm>
            <a:off x="379225" y="1074050"/>
            <a:ext cx="8385552" cy="3480724"/>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6"/>
          <p:cNvSpPr/>
          <p:nvPr/>
        </p:nvSpPr>
        <p:spPr>
          <a:xfrm>
            <a:off x="765096" y="408487"/>
            <a:ext cx="264030" cy="28153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A</a:t>
            </a:r>
          </a:p>
        </p:txBody>
      </p:sp>
      <p:sp>
        <p:nvSpPr>
          <p:cNvPr id="325" name="Google Shape;325;p36"/>
          <p:cNvSpPr txBox="1"/>
          <p:nvPr>
            <p:ph idx="6" type="title"/>
          </p:nvPr>
        </p:nvSpPr>
        <p:spPr>
          <a:xfrm>
            <a:off x="-517850" y="262900"/>
            <a:ext cx="5984400" cy="57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CLOSER LOOK pt. 3</a:t>
            </a:r>
            <a:endParaRPr/>
          </a:p>
        </p:txBody>
      </p:sp>
      <p:pic>
        <p:nvPicPr>
          <p:cNvPr id="326" name="Google Shape;326;p36" title="Tag'd Use Case Diagram.drawio.png"/>
          <p:cNvPicPr preferRelativeResize="0"/>
          <p:nvPr/>
        </p:nvPicPr>
        <p:blipFill rotWithShape="1">
          <a:blip r:embed="rId3">
            <a:alphaModFix/>
          </a:blip>
          <a:srcRect b="0" l="0" r="0" t="62200"/>
          <a:stretch/>
        </p:blipFill>
        <p:spPr>
          <a:xfrm>
            <a:off x="379225" y="804350"/>
            <a:ext cx="8385552" cy="4072673"/>
          </a:xfrm>
          <a:prstGeom prst="rect">
            <a:avLst/>
          </a:prstGeom>
          <a:noFill/>
          <a:ln cap="flat" cmpd="sng" w="19050">
            <a:solidFill>
              <a:schemeClr val="dk2"/>
            </a:solidFill>
            <a:prstDash val="solid"/>
            <a:round/>
            <a:headEnd len="sm" w="sm" type="none"/>
            <a:tailEnd len="sm" w="sm" type="none"/>
          </a:ln>
        </p:spPr>
      </p:pic>
      <p:sp>
        <p:nvSpPr>
          <p:cNvPr id="327" name="Google Shape;327;p36"/>
          <p:cNvSpPr/>
          <p:nvPr/>
        </p:nvSpPr>
        <p:spPr>
          <a:xfrm>
            <a:off x="8111075" y="17402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pic>
        <p:nvPicPr>
          <p:cNvPr id="332" name="Google Shape;332;p37"/>
          <p:cNvPicPr preferRelativeResize="0"/>
          <p:nvPr/>
        </p:nvPicPr>
        <p:blipFill rotWithShape="1">
          <a:blip r:embed="rId3">
            <a:alphaModFix/>
          </a:blip>
          <a:srcRect b="62220" l="0" r="15647" t="0"/>
          <a:stretch/>
        </p:blipFill>
        <p:spPr>
          <a:xfrm>
            <a:off x="715450" y="534975"/>
            <a:ext cx="7713101" cy="1943249"/>
          </a:xfrm>
          <a:prstGeom prst="rect">
            <a:avLst/>
          </a:prstGeom>
          <a:noFill/>
          <a:ln cap="flat" cmpd="sng" w="19050">
            <a:solidFill>
              <a:srgbClr val="D393FF"/>
            </a:solidFill>
            <a:prstDash val="solid"/>
            <a:round/>
            <a:headEnd len="sm" w="sm" type="none"/>
            <a:tailEnd len="sm" w="sm" type="none"/>
          </a:ln>
        </p:spPr>
      </p:pic>
      <p:sp>
        <p:nvSpPr>
          <p:cNvPr id="333" name="Google Shape;333;p37"/>
          <p:cNvSpPr txBox="1"/>
          <p:nvPr>
            <p:ph idx="4294967295" type="title"/>
          </p:nvPr>
        </p:nvSpPr>
        <p:spPr>
          <a:xfrm>
            <a:off x="2054250" y="3655124"/>
            <a:ext cx="5035500" cy="67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DESIGN CLASS DIAGRAM</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334" name="Google Shape;334;p37"/>
          <p:cNvSpPr/>
          <p:nvPr/>
        </p:nvSpPr>
        <p:spPr>
          <a:xfrm>
            <a:off x="3646263" y="2737119"/>
            <a:ext cx="1851474" cy="841799"/>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03.</a:t>
            </a:r>
          </a:p>
        </p:txBody>
      </p:sp>
      <p:sp>
        <p:nvSpPr>
          <p:cNvPr id="335" name="Google Shape;335;p37"/>
          <p:cNvSpPr/>
          <p:nvPr/>
        </p:nvSpPr>
        <p:spPr>
          <a:xfrm>
            <a:off x="7052125" y="277057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7"/>
          <p:cNvSpPr/>
          <p:nvPr/>
        </p:nvSpPr>
        <p:spPr>
          <a:xfrm>
            <a:off x="7445363" y="205713"/>
            <a:ext cx="658500" cy="658500"/>
          </a:xfrm>
          <a:prstGeom prst="flowChartSummingJunction">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7"/>
          <p:cNvSpPr/>
          <p:nvPr/>
        </p:nvSpPr>
        <p:spPr>
          <a:xfrm>
            <a:off x="1968850" y="222112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7"/>
          <p:cNvSpPr/>
          <p:nvPr/>
        </p:nvSpPr>
        <p:spPr>
          <a:xfrm>
            <a:off x="1575875" y="435052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8"/>
          <p:cNvSpPr/>
          <p:nvPr/>
        </p:nvSpPr>
        <p:spPr>
          <a:xfrm>
            <a:off x="437321" y="669056"/>
            <a:ext cx="823744"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OUR</a:t>
            </a:r>
          </a:p>
        </p:txBody>
      </p:sp>
      <p:sp>
        <p:nvSpPr>
          <p:cNvPr id="344" name="Google Shape;344;p38"/>
          <p:cNvSpPr txBox="1"/>
          <p:nvPr>
            <p:ph idx="6" type="title"/>
          </p:nvPr>
        </p:nvSpPr>
        <p:spPr>
          <a:xfrm>
            <a:off x="-2749734" y="901263"/>
            <a:ext cx="4782300" cy="57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DCD:</a:t>
            </a:r>
            <a:endParaRPr/>
          </a:p>
        </p:txBody>
      </p:sp>
      <p:pic>
        <p:nvPicPr>
          <p:cNvPr id="345" name="Google Shape;345;p38" title="Class Diagram.drawio.png"/>
          <p:cNvPicPr preferRelativeResize="0"/>
          <p:nvPr/>
        </p:nvPicPr>
        <p:blipFill>
          <a:blip r:embed="rId3">
            <a:alphaModFix/>
          </a:blip>
          <a:stretch>
            <a:fillRect/>
          </a:stretch>
        </p:blipFill>
        <p:spPr>
          <a:xfrm>
            <a:off x="2288902" y="583300"/>
            <a:ext cx="5827450" cy="3976901"/>
          </a:xfrm>
          <a:prstGeom prst="rect">
            <a:avLst/>
          </a:prstGeom>
          <a:noFill/>
          <a:ln cap="flat" cmpd="sng" w="19050">
            <a:solidFill>
              <a:schemeClr val="lt1"/>
            </a:solidFill>
            <a:prstDash val="solid"/>
            <a:round/>
            <a:headEnd len="sm" w="sm" type="none"/>
            <a:tailEnd len="sm" w="sm" type="none"/>
          </a:ln>
        </p:spPr>
      </p:pic>
      <p:sp>
        <p:nvSpPr>
          <p:cNvPr id="346" name="Google Shape;346;p38"/>
          <p:cNvSpPr/>
          <p:nvPr/>
        </p:nvSpPr>
        <p:spPr>
          <a:xfrm>
            <a:off x="1558525" y="147397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8"/>
          <p:cNvSpPr/>
          <p:nvPr/>
        </p:nvSpPr>
        <p:spPr>
          <a:xfrm>
            <a:off x="45700" y="435577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8"/>
          <p:cNvSpPr/>
          <p:nvPr/>
        </p:nvSpPr>
        <p:spPr>
          <a:xfrm>
            <a:off x="8268075" y="410420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9"/>
          <p:cNvSpPr/>
          <p:nvPr/>
        </p:nvSpPr>
        <p:spPr>
          <a:xfrm>
            <a:off x="286021" y="267837"/>
            <a:ext cx="1857251"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CLASSES:</a:t>
            </a:r>
          </a:p>
        </p:txBody>
      </p:sp>
      <p:sp>
        <p:nvSpPr>
          <p:cNvPr id="354" name="Google Shape;354;p39"/>
          <p:cNvSpPr txBox="1"/>
          <p:nvPr>
            <p:ph idx="6" type="title"/>
          </p:nvPr>
        </p:nvSpPr>
        <p:spPr>
          <a:xfrm>
            <a:off x="2143275" y="215750"/>
            <a:ext cx="6519300" cy="57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LIST, GAMETITLE, FAVORITES</a:t>
            </a:r>
            <a:endParaRPr/>
          </a:p>
        </p:txBody>
      </p:sp>
      <p:pic>
        <p:nvPicPr>
          <p:cNvPr id="355" name="Google Shape;355;p39" title="Class Diagram.drawio.png"/>
          <p:cNvPicPr preferRelativeResize="0"/>
          <p:nvPr/>
        </p:nvPicPr>
        <p:blipFill rotWithShape="1">
          <a:blip r:embed="rId3">
            <a:alphaModFix/>
          </a:blip>
          <a:srcRect b="71353" l="2061" r="79888" t="3507"/>
          <a:stretch/>
        </p:blipFill>
        <p:spPr>
          <a:xfrm>
            <a:off x="286025" y="941475"/>
            <a:ext cx="2848825" cy="2707800"/>
          </a:xfrm>
          <a:prstGeom prst="rect">
            <a:avLst/>
          </a:prstGeom>
          <a:noFill/>
          <a:ln cap="flat" cmpd="sng" w="19050">
            <a:solidFill>
              <a:schemeClr val="dk2"/>
            </a:solidFill>
            <a:prstDash val="solid"/>
            <a:round/>
            <a:headEnd len="sm" w="sm" type="none"/>
            <a:tailEnd len="sm" w="sm" type="none"/>
          </a:ln>
        </p:spPr>
      </p:pic>
      <p:pic>
        <p:nvPicPr>
          <p:cNvPr id="356" name="Google Shape;356;p39" title="Class Diagram.drawio.png"/>
          <p:cNvPicPr preferRelativeResize="0"/>
          <p:nvPr/>
        </p:nvPicPr>
        <p:blipFill rotWithShape="1">
          <a:blip r:embed="rId3">
            <a:alphaModFix/>
          </a:blip>
          <a:srcRect b="67441" l="22120" r="56955" t="2056"/>
          <a:stretch/>
        </p:blipFill>
        <p:spPr>
          <a:xfrm>
            <a:off x="3147589" y="2036513"/>
            <a:ext cx="2848825" cy="2834086"/>
          </a:xfrm>
          <a:prstGeom prst="rect">
            <a:avLst/>
          </a:prstGeom>
          <a:noFill/>
          <a:ln cap="flat" cmpd="sng" w="19050">
            <a:solidFill>
              <a:schemeClr val="dk2"/>
            </a:solidFill>
            <a:prstDash val="solid"/>
            <a:round/>
            <a:headEnd len="sm" w="sm" type="none"/>
            <a:tailEnd len="sm" w="sm" type="none"/>
          </a:ln>
        </p:spPr>
      </p:pic>
      <p:pic>
        <p:nvPicPr>
          <p:cNvPr id="357" name="Google Shape;357;p39" title="Class Diagram.drawio.png"/>
          <p:cNvPicPr preferRelativeResize="0"/>
          <p:nvPr/>
        </p:nvPicPr>
        <p:blipFill rotWithShape="1">
          <a:blip r:embed="rId3">
            <a:alphaModFix/>
          </a:blip>
          <a:srcRect b="40123" l="6351" r="75207" t="36549"/>
          <a:stretch/>
        </p:blipFill>
        <p:spPr>
          <a:xfrm>
            <a:off x="6009175" y="941475"/>
            <a:ext cx="2910548" cy="2512701"/>
          </a:xfrm>
          <a:prstGeom prst="rect">
            <a:avLst/>
          </a:prstGeom>
          <a:noFill/>
          <a:ln cap="flat" cmpd="sng" w="19050">
            <a:solidFill>
              <a:schemeClr val="dk2"/>
            </a:solidFill>
            <a:prstDash val="solid"/>
            <a:round/>
            <a:headEnd len="sm" w="sm" type="none"/>
            <a:tailEnd len="sm" w="sm" type="none"/>
          </a:ln>
        </p:spPr>
      </p:pic>
      <p:sp>
        <p:nvSpPr>
          <p:cNvPr id="358" name="Google Shape;358;p39"/>
          <p:cNvSpPr/>
          <p:nvPr/>
        </p:nvSpPr>
        <p:spPr>
          <a:xfrm>
            <a:off x="149475" y="442015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9"/>
          <p:cNvSpPr/>
          <p:nvPr/>
        </p:nvSpPr>
        <p:spPr>
          <a:xfrm>
            <a:off x="1710925" y="162637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9"/>
          <p:cNvSpPr/>
          <p:nvPr/>
        </p:nvSpPr>
        <p:spPr>
          <a:xfrm>
            <a:off x="5425675" y="68045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0"/>
          <p:cNvSpPr/>
          <p:nvPr/>
        </p:nvSpPr>
        <p:spPr>
          <a:xfrm>
            <a:off x="286021" y="267837"/>
            <a:ext cx="1857251"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CLASSES:</a:t>
            </a:r>
          </a:p>
        </p:txBody>
      </p:sp>
      <p:sp>
        <p:nvSpPr>
          <p:cNvPr id="366" name="Google Shape;366;p40"/>
          <p:cNvSpPr txBox="1"/>
          <p:nvPr>
            <p:ph idx="6" type="title"/>
          </p:nvPr>
        </p:nvSpPr>
        <p:spPr>
          <a:xfrm>
            <a:off x="2044741" y="215750"/>
            <a:ext cx="3780600" cy="57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REVIEW &amp; USER</a:t>
            </a:r>
            <a:endParaRPr/>
          </a:p>
        </p:txBody>
      </p:sp>
      <p:pic>
        <p:nvPicPr>
          <p:cNvPr id="367" name="Google Shape;367;p40" title="Class Diagram.drawio.png"/>
          <p:cNvPicPr preferRelativeResize="0"/>
          <p:nvPr/>
        </p:nvPicPr>
        <p:blipFill rotWithShape="1">
          <a:blip r:embed="rId3">
            <a:alphaModFix/>
          </a:blip>
          <a:srcRect b="15128" l="23438" r="56733" t="61730"/>
          <a:stretch/>
        </p:blipFill>
        <p:spPr>
          <a:xfrm>
            <a:off x="699850" y="1306374"/>
            <a:ext cx="3177450" cy="2530751"/>
          </a:xfrm>
          <a:prstGeom prst="rect">
            <a:avLst/>
          </a:prstGeom>
          <a:noFill/>
          <a:ln cap="flat" cmpd="sng" w="19050">
            <a:solidFill>
              <a:schemeClr val="dk2"/>
            </a:solidFill>
            <a:prstDash val="solid"/>
            <a:round/>
            <a:headEnd len="sm" w="sm" type="none"/>
            <a:tailEnd len="sm" w="sm" type="none"/>
          </a:ln>
        </p:spPr>
      </p:pic>
      <p:pic>
        <p:nvPicPr>
          <p:cNvPr id="368" name="Google Shape;368;p40" title="Class Diagram.drawio.png"/>
          <p:cNvPicPr preferRelativeResize="0"/>
          <p:nvPr/>
        </p:nvPicPr>
        <p:blipFill rotWithShape="1">
          <a:blip r:embed="rId3">
            <a:alphaModFix/>
          </a:blip>
          <a:srcRect b="34666" l="44367" r="30132" t="31636"/>
          <a:stretch/>
        </p:blipFill>
        <p:spPr>
          <a:xfrm>
            <a:off x="4445300" y="1169025"/>
            <a:ext cx="3711398" cy="3347001"/>
          </a:xfrm>
          <a:prstGeom prst="rect">
            <a:avLst/>
          </a:prstGeom>
          <a:noFill/>
          <a:ln cap="flat" cmpd="sng" w="19050">
            <a:solidFill>
              <a:schemeClr val="dk2"/>
            </a:solidFill>
            <a:prstDash val="solid"/>
            <a:round/>
            <a:headEnd len="sm" w="sm" type="none"/>
            <a:tailEnd len="sm" w="sm" type="none"/>
          </a:ln>
        </p:spPr>
      </p:pic>
      <p:sp>
        <p:nvSpPr>
          <p:cNvPr id="369" name="Google Shape;369;p40"/>
          <p:cNvSpPr/>
          <p:nvPr/>
        </p:nvSpPr>
        <p:spPr>
          <a:xfrm>
            <a:off x="8475625" y="24410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40"/>
          <p:cNvSpPr/>
          <p:nvPr/>
        </p:nvSpPr>
        <p:spPr>
          <a:xfrm>
            <a:off x="104825" y="400002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1"/>
          <p:cNvSpPr txBox="1"/>
          <p:nvPr>
            <p:ph idx="6" type="title"/>
          </p:nvPr>
        </p:nvSpPr>
        <p:spPr>
          <a:xfrm>
            <a:off x="2143275" y="215750"/>
            <a:ext cx="6519300" cy="1108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FORUMPOST, ACHIEVEMENT,</a:t>
            </a:r>
            <a:r>
              <a:rPr lang="en"/>
              <a:t> </a:t>
            </a:r>
            <a:r>
              <a:rPr lang="en"/>
              <a:t>PLATFORM ACCOUNT</a:t>
            </a:r>
            <a:endParaRPr/>
          </a:p>
        </p:txBody>
      </p:sp>
      <p:sp>
        <p:nvSpPr>
          <p:cNvPr id="376" name="Google Shape;376;p41"/>
          <p:cNvSpPr/>
          <p:nvPr/>
        </p:nvSpPr>
        <p:spPr>
          <a:xfrm>
            <a:off x="286021" y="267837"/>
            <a:ext cx="1857251"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CLASSES:</a:t>
            </a:r>
          </a:p>
        </p:txBody>
      </p:sp>
      <p:pic>
        <p:nvPicPr>
          <p:cNvPr id="377" name="Google Shape;377;p41" title="Class Diagram.drawio.png"/>
          <p:cNvPicPr preferRelativeResize="0"/>
          <p:nvPr/>
        </p:nvPicPr>
        <p:blipFill rotWithShape="1">
          <a:blip r:embed="rId3">
            <a:alphaModFix/>
          </a:blip>
          <a:srcRect b="71701" l="42215" r="1981" t="1814"/>
          <a:stretch/>
        </p:blipFill>
        <p:spPr>
          <a:xfrm>
            <a:off x="359862" y="1576775"/>
            <a:ext cx="8424273" cy="2728624"/>
          </a:xfrm>
          <a:prstGeom prst="rect">
            <a:avLst/>
          </a:prstGeom>
          <a:noFill/>
          <a:ln cap="flat" cmpd="sng" w="19050">
            <a:solidFill>
              <a:schemeClr val="dk2"/>
            </a:solidFill>
            <a:prstDash val="solid"/>
            <a:round/>
            <a:headEnd len="sm" w="sm" type="none"/>
            <a:tailEnd len="sm" w="sm" type="none"/>
          </a:ln>
        </p:spPr>
      </p:pic>
      <p:sp>
        <p:nvSpPr>
          <p:cNvPr id="378" name="Google Shape;378;p41"/>
          <p:cNvSpPr/>
          <p:nvPr/>
        </p:nvSpPr>
        <p:spPr>
          <a:xfrm>
            <a:off x="8268125" y="443985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41"/>
          <p:cNvSpPr/>
          <p:nvPr/>
        </p:nvSpPr>
        <p:spPr>
          <a:xfrm>
            <a:off x="232900" y="71000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42"/>
          <p:cNvSpPr/>
          <p:nvPr/>
        </p:nvSpPr>
        <p:spPr>
          <a:xfrm>
            <a:off x="286021" y="267837"/>
            <a:ext cx="1857251"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CLASSES:</a:t>
            </a:r>
          </a:p>
        </p:txBody>
      </p:sp>
      <p:sp>
        <p:nvSpPr>
          <p:cNvPr id="385" name="Google Shape;385;p42"/>
          <p:cNvSpPr txBox="1"/>
          <p:nvPr>
            <p:ph idx="6" type="title"/>
          </p:nvPr>
        </p:nvSpPr>
        <p:spPr>
          <a:xfrm>
            <a:off x="2143275" y="215750"/>
            <a:ext cx="6784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MODERATOR &amp; GAMEREQUESTFORM</a:t>
            </a:r>
            <a:endParaRPr/>
          </a:p>
        </p:txBody>
      </p:sp>
      <p:pic>
        <p:nvPicPr>
          <p:cNvPr id="386" name="Google Shape;386;p42" title="Class Diagram.drawio.png"/>
          <p:cNvPicPr preferRelativeResize="0"/>
          <p:nvPr/>
        </p:nvPicPr>
        <p:blipFill rotWithShape="1">
          <a:blip r:embed="rId3">
            <a:alphaModFix/>
          </a:blip>
          <a:srcRect b="47528" l="74854" r="6649" t="36698"/>
          <a:stretch/>
        </p:blipFill>
        <p:spPr>
          <a:xfrm>
            <a:off x="345750" y="1519875"/>
            <a:ext cx="3614652" cy="2103751"/>
          </a:xfrm>
          <a:prstGeom prst="rect">
            <a:avLst/>
          </a:prstGeom>
          <a:noFill/>
          <a:ln cap="flat" cmpd="sng" w="19050">
            <a:solidFill>
              <a:schemeClr val="dk2"/>
            </a:solidFill>
            <a:prstDash val="solid"/>
            <a:round/>
            <a:headEnd len="sm" w="sm" type="none"/>
            <a:tailEnd len="sm" w="sm" type="none"/>
          </a:ln>
        </p:spPr>
      </p:pic>
      <p:pic>
        <p:nvPicPr>
          <p:cNvPr id="387" name="Google Shape;387;p42" title="Class Diagram.drawio.png"/>
          <p:cNvPicPr preferRelativeResize="0"/>
          <p:nvPr/>
        </p:nvPicPr>
        <p:blipFill rotWithShape="1">
          <a:blip r:embed="rId3">
            <a:alphaModFix/>
          </a:blip>
          <a:srcRect b="15058" l="69961" r="5849" t="61892"/>
          <a:stretch/>
        </p:blipFill>
        <p:spPr>
          <a:xfrm>
            <a:off x="4205750" y="1519875"/>
            <a:ext cx="4556028" cy="2962674"/>
          </a:xfrm>
          <a:prstGeom prst="rect">
            <a:avLst/>
          </a:prstGeom>
          <a:noFill/>
          <a:ln cap="flat" cmpd="sng" w="19050">
            <a:solidFill>
              <a:schemeClr val="dk2"/>
            </a:solidFill>
            <a:prstDash val="solid"/>
            <a:round/>
            <a:headEnd len="sm" w="sm" type="none"/>
            <a:tailEnd len="sm" w="sm" type="none"/>
          </a:ln>
        </p:spPr>
      </p:pic>
      <p:sp>
        <p:nvSpPr>
          <p:cNvPr id="388" name="Google Shape;388;p42"/>
          <p:cNvSpPr/>
          <p:nvPr/>
        </p:nvSpPr>
        <p:spPr>
          <a:xfrm>
            <a:off x="3568625" y="435505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42"/>
          <p:cNvSpPr/>
          <p:nvPr/>
        </p:nvSpPr>
        <p:spPr>
          <a:xfrm>
            <a:off x="8411475" y="26782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pic>
        <p:nvPicPr>
          <p:cNvPr id="394" name="Google Shape;394;p43"/>
          <p:cNvPicPr preferRelativeResize="0"/>
          <p:nvPr/>
        </p:nvPicPr>
        <p:blipFill rotWithShape="1">
          <a:blip r:embed="rId3">
            <a:alphaModFix/>
          </a:blip>
          <a:srcRect b="62220" l="0" r="15647" t="0"/>
          <a:stretch/>
        </p:blipFill>
        <p:spPr>
          <a:xfrm>
            <a:off x="715450" y="534975"/>
            <a:ext cx="7713101" cy="1943249"/>
          </a:xfrm>
          <a:prstGeom prst="rect">
            <a:avLst/>
          </a:prstGeom>
          <a:noFill/>
          <a:ln cap="flat" cmpd="sng" w="19050">
            <a:solidFill>
              <a:srgbClr val="D393FF"/>
            </a:solidFill>
            <a:prstDash val="solid"/>
            <a:round/>
            <a:headEnd len="sm" w="sm" type="none"/>
            <a:tailEnd len="sm" w="sm" type="none"/>
          </a:ln>
        </p:spPr>
      </p:pic>
      <p:sp>
        <p:nvSpPr>
          <p:cNvPr id="395" name="Google Shape;395;p43"/>
          <p:cNvSpPr txBox="1"/>
          <p:nvPr>
            <p:ph idx="4294967295" type="title"/>
          </p:nvPr>
        </p:nvSpPr>
        <p:spPr>
          <a:xfrm>
            <a:off x="2054250" y="3655124"/>
            <a:ext cx="5035500" cy="67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SEQUENCE DIAGRAMS</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396" name="Google Shape;396;p43"/>
          <p:cNvSpPr/>
          <p:nvPr/>
        </p:nvSpPr>
        <p:spPr>
          <a:xfrm>
            <a:off x="3646263" y="2737119"/>
            <a:ext cx="1851474" cy="841799"/>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04.</a:t>
            </a:r>
          </a:p>
        </p:txBody>
      </p:sp>
      <p:sp>
        <p:nvSpPr>
          <p:cNvPr id="397" name="Google Shape;397;p43"/>
          <p:cNvSpPr/>
          <p:nvPr/>
        </p:nvSpPr>
        <p:spPr>
          <a:xfrm>
            <a:off x="7052125" y="277057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43"/>
          <p:cNvSpPr/>
          <p:nvPr/>
        </p:nvSpPr>
        <p:spPr>
          <a:xfrm>
            <a:off x="7445363" y="205713"/>
            <a:ext cx="658500" cy="658500"/>
          </a:xfrm>
          <a:prstGeom prst="flowChartSummingJunction">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43"/>
          <p:cNvSpPr/>
          <p:nvPr/>
        </p:nvSpPr>
        <p:spPr>
          <a:xfrm>
            <a:off x="1968850" y="222112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43"/>
          <p:cNvSpPr/>
          <p:nvPr/>
        </p:nvSpPr>
        <p:spPr>
          <a:xfrm>
            <a:off x="1575875" y="435052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44"/>
          <p:cNvSpPr/>
          <p:nvPr/>
        </p:nvSpPr>
        <p:spPr>
          <a:xfrm>
            <a:off x="505496" y="196106"/>
            <a:ext cx="1200830"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SSD 1:</a:t>
            </a:r>
          </a:p>
        </p:txBody>
      </p:sp>
      <p:sp>
        <p:nvSpPr>
          <p:cNvPr id="406" name="Google Shape;406;p44"/>
          <p:cNvSpPr txBox="1"/>
          <p:nvPr>
            <p:ph idx="6" type="title"/>
          </p:nvPr>
        </p:nvSpPr>
        <p:spPr>
          <a:xfrm>
            <a:off x="1733900" y="0"/>
            <a:ext cx="7235100" cy="994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ACCOUNT CUSTOMIZATION</a:t>
            </a:r>
            <a:endParaRPr/>
          </a:p>
        </p:txBody>
      </p:sp>
      <p:sp>
        <p:nvSpPr>
          <p:cNvPr id="407" name="Google Shape;407;p44"/>
          <p:cNvSpPr/>
          <p:nvPr/>
        </p:nvSpPr>
        <p:spPr>
          <a:xfrm>
            <a:off x="90375" y="47850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44"/>
          <p:cNvSpPr/>
          <p:nvPr/>
        </p:nvSpPr>
        <p:spPr>
          <a:xfrm>
            <a:off x="45700" y="435577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44"/>
          <p:cNvSpPr/>
          <p:nvPr/>
        </p:nvSpPr>
        <p:spPr>
          <a:xfrm>
            <a:off x="8268075" y="410420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0" name="Google Shape;410;p44" title="AccountCustomizationSSD.drawio.png"/>
          <p:cNvPicPr preferRelativeResize="0"/>
          <p:nvPr/>
        </p:nvPicPr>
        <p:blipFill>
          <a:blip r:embed="rId3">
            <a:alphaModFix/>
          </a:blip>
          <a:stretch>
            <a:fillRect/>
          </a:stretch>
        </p:blipFill>
        <p:spPr>
          <a:xfrm>
            <a:off x="2038700" y="742034"/>
            <a:ext cx="5066601" cy="4159299"/>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5"/>
          <p:cNvSpPr/>
          <p:nvPr/>
        </p:nvSpPr>
        <p:spPr>
          <a:xfrm>
            <a:off x="505496" y="196106"/>
            <a:ext cx="1200830"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SSD 2:</a:t>
            </a:r>
          </a:p>
        </p:txBody>
      </p:sp>
      <p:sp>
        <p:nvSpPr>
          <p:cNvPr id="416" name="Google Shape;416;p45"/>
          <p:cNvSpPr txBox="1"/>
          <p:nvPr>
            <p:ph idx="6" type="title"/>
          </p:nvPr>
        </p:nvSpPr>
        <p:spPr>
          <a:xfrm>
            <a:off x="1733900" y="0"/>
            <a:ext cx="7235100" cy="994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RATING/REVIEWING</a:t>
            </a:r>
            <a:endParaRPr/>
          </a:p>
        </p:txBody>
      </p:sp>
      <p:sp>
        <p:nvSpPr>
          <p:cNvPr id="417" name="Google Shape;417;p45"/>
          <p:cNvSpPr/>
          <p:nvPr/>
        </p:nvSpPr>
        <p:spPr>
          <a:xfrm>
            <a:off x="90375" y="47850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45"/>
          <p:cNvSpPr/>
          <p:nvPr/>
        </p:nvSpPr>
        <p:spPr>
          <a:xfrm>
            <a:off x="45700" y="435577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45"/>
          <p:cNvSpPr/>
          <p:nvPr/>
        </p:nvSpPr>
        <p:spPr>
          <a:xfrm>
            <a:off x="8268075" y="410420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20" name="Google Shape;420;p45" title="Rating_Reviewing &amp; Game Forum post SSDs-rating_reviewing separate.drawio.png"/>
          <p:cNvPicPr preferRelativeResize="0"/>
          <p:nvPr/>
        </p:nvPicPr>
        <p:blipFill>
          <a:blip r:embed="rId3">
            <a:alphaModFix/>
          </a:blip>
          <a:stretch>
            <a:fillRect/>
          </a:stretch>
        </p:blipFill>
        <p:spPr>
          <a:xfrm>
            <a:off x="1620700" y="851300"/>
            <a:ext cx="5902600" cy="3844201"/>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46"/>
          <p:cNvSpPr/>
          <p:nvPr/>
        </p:nvSpPr>
        <p:spPr>
          <a:xfrm>
            <a:off x="505496" y="196106"/>
            <a:ext cx="1200830"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SSD 3:</a:t>
            </a:r>
          </a:p>
        </p:txBody>
      </p:sp>
      <p:sp>
        <p:nvSpPr>
          <p:cNvPr id="426" name="Google Shape;426;p46"/>
          <p:cNvSpPr txBox="1"/>
          <p:nvPr>
            <p:ph idx="6" type="title"/>
          </p:nvPr>
        </p:nvSpPr>
        <p:spPr>
          <a:xfrm>
            <a:off x="1733900" y="0"/>
            <a:ext cx="7235100" cy="994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FAVORITES</a:t>
            </a:r>
            <a:endParaRPr/>
          </a:p>
        </p:txBody>
      </p:sp>
      <p:sp>
        <p:nvSpPr>
          <p:cNvPr id="427" name="Google Shape;427;p46"/>
          <p:cNvSpPr/>
          <p:nvPr/>
        </p:nvSpPr>
        <p:spPr>
          <a:xfrm>
            <a:off x="90375" y="47850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46"/>
          <p:cNvSpPr/>
          <p:nvPr/>
        </p:nvSpPr>
        <p:spPr>
          <a:xfrm>
            <a:off x="45700" y="435577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46"/>
          <p:cNvSpPr/>
          <p:nvPr/>
        </p:nvSpPr>
        <p:spPr>
          <a:xfrm>
            <a:off x="8268075" y="410420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0" name="Google Shape;430;p46" title="Favorites First Cut Sequence Diagram.drawio.png"/>
          <p:cNvPicPr preferRelativeResize="0"/>
          <p:nvPr/>
        </p:nvPicPr>
        <p:blipFill>
          <a:blip r:embed="rId3">
            <a:alphaModFix/>
          </a:blip>
          <a:stretch>
            <a:fillRect/>
          </a:stretch>
        </p:blipFill>
        <p:spPr>
          <a:xfrm>
            <a:off x="1975475" y="721400"/>
            <a:ext cx="5193051" cy="4238451"/>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pic>
        <p:nvPicPr>
          <p:cNvPr id="435" name="Google Shape;435;p47"/>
          <p:cNvPicPr preferRelativeResize="0"/>
          <p:nvPr/>
        </p:nvPicPr>
        <p:blipFill rotWithShape="1">
          <a:blip r:embed="rId3">
            <a:alphaModFix/>
          </a:blip>
          <a:srcRect b="62220" l="0" r="15647" t="0"/>
          <a:stretch/>
        </p:blipFill>
        <p:spPr>
          <a:xfrm>
            <a:off x="715450" y="534975"/>
            <a:ext cx="7713101" cy="1943249"/>
          </a:xfrm>
          <a:prstGeom prst="rect">
            <a:avLst/>
          </a:prstGeom>
          <a:noFill/>
          <a:ln cap="flat" cmpd="sng" w="19050">
            <a:solidFill>
              <a:srgbClr val="D393FF"/>
            </a:solidFill>
            <a:prstDash val="solid"/>
            <a:round/>
            <a:headEnd len="sm" w="sm" type="none"/>
            <a:tailEnd len="sm" w="sm" type="none"/>
          </a:ln>
        </p:spPr>
      </p:pic>
      <p:sp>
        <p:nvSpPr>
          <p:cNvPr id="436" name="Google Shape;436;p47"/>
          <p:cNvSpPr txBox="1"/>
          <p:nvPr>
            <p:ph idx="4294967295" type="title"/>
          </p:nvPr>
        </p:nvSpPr>
        <p:spPr>
          <a:xfrm>
            <a:off x="2054250" y="3655124"/>
            <a:ext cx="5035500" cy="67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STATECHART</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437" name="Google Shape;437;p47"/>
          <p:cNvSpPr/>
          <p:nvPr/>
        </p:nvSpPr>
        <p:spPr>
          <a:xfrm>
            <a:off x="3646263" y="2737119"/>
            <a:ext cx="1851474" cy="841799"/>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05.</a:t>
            </a:r>
          </a:p>
        </p:txBody>
      </p:sp>
      <p:sp>
        <p:nvSpPr>
          <p:cNvPr id="438" name="Google Shape;438;p47"/>
          <p:cNvSpPr/>
          <p:nvPr/>
        </p:nvSpPr>
        <p:spPr>
          <a:xfrm>
            <a:off x="7052125" y="277057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47"/>
          <p:cNvSpPr/>
          <p:nvPr/>
        </p:nvSpPr>
        <p:spPr>
          <a:xfrm>
            <a:off x="7445363" y="205713"/>
            <a:ext cx="658500" cy="658500"/>
          </a:xfrm>
          <a:prstGeom prst="flowChartSummingJunction">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47"/>
          <p:cNvSpPr/>
          <p:nvPr/>
        </p:nvSpPr>
        <p:spPr>
          <a:xfrm>
            <a:off x="1968850" y="222112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47"/>
          <p:cNvSpPr/>
          <p:nvPr/>
        </p:nvSpPr>
        <p:spPr>
          <a:xfrm>
            <a:off x="1575875" y="435052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8"/>
          <p:cNvSpPr/>
          <p:nvPr/>
        </p:nvSpPr>
        <p:spPr>
          <a:xfrm>
            <a:off x="437321" y="669056"/>
            <a:ext cx="1026202"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USER</a:t>
            </a:r>
          </a:p>
        </p:txBody>
      </p:sp>
      <p:sp>
        <p:nvSpPr>
          <p:cNvPr id="447" name="Google Shape;447;p48"/>
          <p:cNvSpPr txBox="1"/>
          <p:nvPr>
            <p:ph idx="6" type="title"/>
          </p:nvPr>
        </p:nvSpPr>
        <p:spPr>
          <a:xfrm>
            <a:off x="-1100475" y="901275"/>
            <a:ext cx="4270200" cy="572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STATECHART:</a:t>
            </a:r>
            <a:endParaRPr/>
          </a:p>
        </p:txBody>
      </p:sp>
      <p:sp>
        <p:nvSpPr>
          <p:cNvPr id="448" name="Google Shape;448;p48"/>
          <p:cNvSpPr/>
          <p:nvPr/>
        </p:nvSpPr>
        <p:spPr>
          <a:xfrm>
            <a:off x="1558525" y="147397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48"/>
          <p:cNvSpPr/>
          <p:nvPr/>
        </p:nvSpPr>
        <p:spPr>
          <a:xfrm>
            <a:off x="45700" y="435577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48"/>
          <p:cNvSpPr/>
          <p:nvPr/>
        </p:nvSpPr>
        <p:spPr>
          <a:xfrm>
            <a:off x="8268075" y="410420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1" name="Google Shape;451;p48" title="UserStatechart.drawio.png"/>
          <p:cNvPicPr preferRelativeResize="0"/>
          <p:nvPr/>
        </p:nvPicPr>
        <p:blipFill rotWithShape="1">
          <a:blip r:embed="rId3">
            <a:alphaModFix/>
          </a:blip>
          <a:srcRect b="0" l="0" r="0" t="0"/>
          <a:stretch/>
        </p:blipFill>
        <p:spPr>
          <a:xfrm>
            <a:off x="2343675" y="1473975"/>
            <a:ext cx="5417369" cy="2881800"/>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pic>
        <p:nvPicPr>
          <p:cNvPr id="456" name="Google Shape;456;p49"/>
          <p:cNvPicPr preferRelativeResize="0"/>
          <p:nvPr/>
        </p:nvPicPr>
        <p:blipFill rotWithShape="1">
          <a:blip r:embed="rId3">
            <a:alphaModFix/>
          </a:blip>
          <a:srcRect b="62220" l="0" r="15647" t="0"/>
          <a:stretch/>
        </p:blipFill>
        <p:spPr>
          <a:xfrm>
            <a:off x="715450" y="534975"/>
            <a:ext cx="7713101" cy="1943249"/>
          </a:xfrm>
          <a:prstGeom prst="rect">
            <a:avLst/>
          </a:prstGeom>
          <a:noFill/>
          <a:ln cap="flat" cmpd="sng" w="19050">
            <a:solidFill>
              <a:srgbClr val="D393FF"/>
            </a:solidFill>
            <a:prstDash val="solid"/>
            <a:round/>
            <a:headEnd len="sm" w="sm" type="none"/>
            <a:tailEnd len="sm" w="sm" type="none"/>
          </a:ln>
          <a:effectLst>
            <a:outerShdw blurRad="57150" rotWithShape="0" algn="bl" dir="5400000" dist="19050">
              <a:srgbClr val="000000">
                <a:alpha val="50000"/>
              </a:srgbClr>
            </a:outerShdw>
          </a:effectLst>
        </p:spPr>
      </p:pic>
      <p:sp>
        <p:nvSpPr>
          <p:cNvPr id="457" name="Google Shape;457;p49"/>
          <p:cNvSpPr txBox="1"/>
          <p:nvPr>
            <p:ph idx="4294967295" type="title"/>
          </p:nvPr>
        </p:nvSpPr>
        <p:spPr>
          <a:xfrm>
            <a:off x="2054250" y="3655124"/>
            <a:ext cx="5035500" cy="67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UI DESIGN</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458" name="Google Shape;458;p49"/>
          <p:cNvSpPr/>
          <p:nvPr/>
        </p:nvSpPr>
        <p:spPr>
          <a:xfrm>
            <a:off x="3646263" y="2737119"/>
            <a:ext cx="1851474" cy="841799"/>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06.</a:t>
            </a:r>
          </a:p>
        </p:txBody>
      </p:sp>
      <p:sp>
        <p:nvSpPr>
          <p:cNvPr id="459" name="Google Shape;459;p49"/>
          <p:cNvSpPr/>
          <p:nvPr/>
        </p:nvSpPr>
        <p:spPr>
          <a:xfrm>
            <a:off x="7052125" y="277057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49"/>
          <p:cNvSpPr/>
          <p:nvPr/>
        </p:nvSpPr>
        <p:spPr>
          <a:xfrm>
            <a:off x="7445363" y="205713"/>
            <a:ext cx="658500" cy="658500"/>
          </a:xfrm>
          <a:prstGeom prst="flowChartSummingJunction">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49"/>
          <p:cNvSpPr/>
          <p:nvPr/>
        </p:nvSpPr>
        <p:spPr>
          <a:xfrm>
            <a:off x="1968850" y="222112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49"/>
          <p:cNvSpPr/>
          <p:nvPr/>
        </p:nvSpPr>
        <p:spPr>
          <a:xfrm>
            <a:off x="1575875" y="435052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50"/>
          <p:cNvSpPr/>
          <p:nvPr/>
        </p:nvSpPr>
        <p:spPr>
          <a:xfrm>
            <a:off x="286021" y="267837"/>
            <a:ext cx="1096123"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PAGE:</a:t>
            </a:r>
          </a:p>
        </p:txBody>
      </p:sp>
      <p:sp>
        <p:nvSpPr>
          <p:cNvPr id="468" name="Google Shape;468;p50"/>
          <p:cNvSpPr txBox="1"/>
          <p:nvPr>
            <p:ph idx="6" type="title"/>
          </p:nvPr>
        </p:nvSpPr>
        <p:spPr>
          <a:xfrm>
            <a:off x="306732" y="497080"/>
            <a:ext cx="6519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HOME PAGE</a:t>
            </a:r>
            <a:endParaRPr/>
          </a:p>
        </p:txBody>
      </p:sp>
      <p:sp>
        <p:nvSpPr>
          <p:cNvPr id="469" name="Google Shape;469;p50"/>
          <p:cNvSpPr/>
          <p:nvPr/>
        </p:nvSpPr>
        <p:spPr>
          <a:xfrm>
            <a:off x="377250" y="420232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50"/>
          <p:cNvSpPr/>
          <p:nvPr/>
        </p:nvSpPr>
        <p:spPr>
          <a:xfrm>
            <a:off x="0" y="81882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50"/>
          <p:cNvSpPr/>
          <p:nvPr/>
        </p:nvSpPr>
        <p:spPr>
          <a:xfrm>
            <a:off x="8538350" y="51477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2" name="Google Shape;472;p50"/>
          <p:cNvPicPr preferRelativeResize="0"/>
          <p:nvPr/>
        </p:nvPicPr>
        <p:blipFill>
          <a:blip r:embed="rId3">
            <a:alphaModFix/>
          </a:blip>
          <a:stretch>
            <a:fillRect/>
          </a:stretch>
        </p:blipFill>
        <p:spPr>
          <a:xfrm>
            <a:off x="3300213" y="124625"/>
            <a:ext cx="2532125" cy="4894250"/>
          </a:xfrm>
          <a:prstGeom prst="rect">
            <a:avLst/>
          </a:prstGeom>
          <a:noFill/>
          <a:ln>
            <a:noFill/>
          </a:ln>
        </p:spPr>
      </p:pic>
      <p:sp>
        <p:nvSpPr>
          <p:cNvPr id="473" name="Google Shape;473;p50"/>
          <p:cNvSpPr/>
          <p:nvPr/>
        </p:nvSpPr>
        <p:spPr>
          <a:xfrm>
            <a:off x="8467088" y="4131063"/>
            <a:ext cx="658500" cy="658500"/>
          </a:xfrm>
          <a:prstGeom prst="flowChartSummingJunction">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1"/>
          <p:cNvSpPr/>
          <p:nvPr/>
        </p:nvSpPr>
        <p:spPr>
          <a:xfrm>
            <a:off x="286021" y="267837"/>
            <a:ext cx="1347281"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PAGES:</a:t>
            </a:r>
          </a:p>
        </p:txBody>
      </p:sp>
      <p:sp>
        <p:nvSpPr>
          <p:cNvPr id="479" name="Google Shape;479;p51"/>
          <p:cNvSpPr txBox="1"/>
          <p:nvPr>
            <p:ph idx="6" type="title"/>
          </p:nvPr>
        </p:nvSpPr>
        <p:spPr>
          <a:xfrm>
            <a:off x="1633300" y="267825"/>
            <a:ext cx="7721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NOTIFICATIONS, USER PROFILE</a:t>
            </a:r>
            <a:endParaRPr/>
          </a:p>
        </p:txBody>
      </p:sp>
      <p:sp>
        <p:nvSpPr>
          <p:cNvPr id="480" name="Google Shape;480;p51"/>
          <p:cNvSpPr/>
          <p:nvPr/>
        </p:nvSpPr>
        <p:spPr>
          <a:xfrm>
            <a:off x="149475" y="442015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51"/>
          <p:cNvSpPr/>
          <p:nvPr/>
        </p:nvSpPr>
        <p:spPr>
          <a:xfrm>
            <a:off x="8544075" y="55920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51"/>
          <p:cNvSpPr/>
          <p:nvPr/>
        </p:nvSpPr>
        <p:spPr>
          <a:xfrm>
            <a:off x="8221075" y="155513"/>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3" name="Google Shape;483;p51"/>
          <p:cNvPicPr preferRelativeResize="0"/>
          <p:nvPr/>
        </p:nvPicPr>
        <p:blipFill>
          <a:blip r:embed="rId3">
            <a:alphaModFix/>
          </a:blip>
          <a:stretch>
            <a:fillRect/>
          </a:stretch>
        </p:blipFill>
        <p:spPr>
          <a:xfrm>
            <a:off x="2140600" y="937975"/>
            <a:ext cx="2009009" cy="3998175"/>
          </a:xfrm>
          <a:prstGeom prst="rect">
            <a:avLst/>
          </a:prstGeom>
          <a:noFill/>
          <a:ln>
            <a:noFill/>
          </a:ln>
        </p:spPr>
      </p:pic>
      <p:pic>
        <p:nvPicPr>
          <p:cNvPr id="484" name="Google Shape;484;p51"/>
          <p:cNvPicPr preferRelativeResize="0"/>
          <p:nvPr/>
        </p:nvPicPr>
        <p:blipFill>
          <a:blip r:embed="rId4">
            <a:alphaModFix/>
          </a:blip>
          <a:stretch>
            <a:fillRect/>
          </a:stretch>
        </p:blipFill>
        <p:spPr>
          <a:xfrm>
            <a:off x="4760034" y="937975"/>
            <a:ext cx="2085361" cy="39981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52"/>
          <p:cNvSpPr/>
          <p:nvPr/>
        </p:nvSpPr>
        <p:spPr>
          <a:xfrm>
            <a:off x="286021" y="267837"/>
            <a:ext cx="1347281"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PAGES:</a:t>
            </a:r>
          </a:p>
        </p:txBody>
      </p:sp>
      <p:sp>
        <p:nvSpPr>
          <p:cNvPr id="490" name="Google Shape;490;p52"/>
          <p:cNvSpPr txBox="1"/>
          <p:nvPr>
            <p:ph idx="6" type="title"/>
          </p:nvPr>
        </p:nvSpPr>
        <p:spPr>
          <a:xfrm>
            <a:off x="1633300" y="267825"/>
            <a:ext cx="7721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GAME INFO PAGE</a:t>
            </a:r>
            <a:endParaRPr/>
          </a:p>
        </p:txBody>
      </p:sp>
      <p:sp>
        <p:nvSpPr>
          <p:cNvPr id="491" name="Google Shape;491;p52"/>
          <p:cNvSpPr/>
          <p:nvPr/>
        </p:nvSpPr>
        <p:spPr>
          <a:xfrm>
            <a:off x="149475" y="442015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52"/>
          <p:cNvSpPr/>
          <p:nvPr/>
        </p:nvSpPr>
        <p:spPr>
          <a:xfrm>
            <a:off x="8544075" y="55920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52"/>
          <p:cNvSpPr/>
          <p:nvPr/>
        </p:nvSpPr>
        <p:spPr>
          <a:xfrm>
            <a:off x="8221075" y="155513"/>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94" name="Google Shape;494;p52"/>
          <p:cNvPicPr preferRelativeResize="0"/>
          <p:nvPr/>
        </p:nvPicPr>
        <p:blipFill>
          <a:blip r:embed="rId3">
            <a:alphaModFix/>
          </a:blip>
          <a:stretch>
            <a:fillRect/>
          </a:stretch>
        </p:blipFill>
        <p:spPr>
          <a:xfrm>
            <a:off x="1810675" y="937975"/>
            <a:ext cx="2278090" cy="3998175"/>
          </a:xfrm>
          <a:prstGeom prst="rect">
            <a:avLst/>
          </a:prstGeom>
          <a:noFill/>
          <a:ln>
            <a:noFill/>
          </a:ln>
        </p:spPr>
      </p:pic>
      <p:pic>
        <p:nvPicPr>
          <p:cNvPr id="495" name="Google Shape;495;p52"/>
          <p:cNvPicPr preferRelativeResize="0"/>
          <p:nvPr/>
        </p:nvPicPr>
        <p:blipFill>
          <a:blip r:embed="rId4">
            <a:alphaModFix/>
          </a:blip>
          <a:stretch>
            <a:fillRect/>
          </a:stretch>
        </p:blipFill>
        <p:spPr>
          <a:xfrm>
            <a:off x="4605740" y="937975"/>
            <a:ext cx="2283938" cy="39981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53"/>
          <p:cNvSpPr/>
          <p:nvPr/>
        </p:nvSpPr>
        <p:spPr>
          <a:xfrm>
            <a:off x="286021" y="267837"/>
            <a:ext cx="1347281"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PAGES:</a:t>
            </a:r>
          </a:p>
        </p:txBody>
      </p:sp>
      <p:sp>
        <p:nvSpPr>
          <p:cNvPr id="501" name="Google Shape;501;p53"/>
          <p:cNvSpPr txBox="1"/>
          <p:nvPr>
            <p:ph idx="6" type="title"/>
          </p:nvPr>
        </p:nvSpPr>
        <p:spPr>
          <a:xfrm>
            <a:off x="1832675" y="174325"/>
            <a:ext cx="6519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SEARCH, CREATE NEW POST</a:t>
            </a:r>
            <a:endParaRPr/>
          </a:p>
        </p:txBody>
      </p:sp>
      <p:sp>
        <p:nvSpPr>
          <p:cNvPr id="502" name="Google Shape;502;p53"/>
          <p:cNvSpPr/>
          <p:nvPr/>
        </p:nvSpPr>
        <p:spPr>
          <a:xfrm>
            <a:off x="149475" y="442015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53"/>
          <p:cNvSpPr/>
          <p:nvPr/>
        </p:nvSpPr>
        <p:spPr>
          <a:xfrm>
            <a:off x="1376150" y="67152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53"/>
          <p:cNvSpPr/>
          <p:nvPr/>
        </p:nvSpPr>
        <p:spPr>
          <a:xfrm>
            <a:off x="8200350" y="155513"/>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05" name="Google Shape;505;p53"/>
          <p:cNvPicPr preferRelativeResize="0"/>
          <p:nvPr/>
        </p:nvPicPr>
        <p:blipFill>
          <a:blip r:embed="rId3">
            <a:alphaModFix/>
          </a:blip>
          <a:stretch>
            <a:fillRect/>
          </a:stretch>
        </p:blipFill>
        <p:spPr>
          <a:xfrm>
            <a:off x="1963100" y="837325"/>
            <a:ext cx="2146330" cy="4050250"/>
          </a:xfrm>
          <a:prstGeom prst="rect">
            <a:avLst/>
          </a:prstGeom>
          <a:noFill/>
          <a:ln>
            <a:noFill/>
          </a:ln>
        </p:spPr>
      </p:pic>
      <p:pic>
        <p:nvPicPr>
          <p:cNvPr id="506" name="Google Shape;506;p53"/>
          <p:cNvPicPr preferRelativeResize="0"/>
          <p:nvPr/>
        </p:nvPicPr>
        <p:blipFill>
          <a:blip r:embed="rId4">
            <a:alphaModFix/>
          </a:blip>
          <a:stretch>
            <a:fillRect/>
          </a:stretch>
        </p:blipFill>
        <p:spPr>
          <a:xfrm>
            <a:off x="4762738" y="837325"/>
            <a:ext cx="2173183" cy="40502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54"/>
          <p:cNvSpPr/>
          <p:nvPr/>
        </p:nvSpPr>
        <p:spPr>
          <a:xfrm>
            <a:off x="286021" y="267837"/>
            <a:ext cx="1347281" cy="291350"/>
          </a:xfrm>
          <a:prstGeom prst="rect">
            <a:avLst/>
          </a:prstGeom>
        </p:spPr>
        <p:txBody>
          <a:bodyPr>
            <a:prstTxWarp prst="textPlain"/>
          </a:bodyPr>
          <a:lstStyle/>
          <a:p>
            <a:pPr lvl="0" algn="ctr"/>
            <a:r>
              <a:rPr b="0" i="0">
                <a:ln cap="flat" cmpd="sng" w="19050">
                  <a:solidFill>
                    <a:schemeClr val="dk1"/>
                  </a:solidFill>
                  <a:prstDash val="solid"/>
                  <a:round/>
                  <a:headEnd len="sm" w="sm" type="none"/>
                  <a:tailEnd len="sm" w="sm" type="none"/>
                </a:ln>
                <a:noFill/>
                <a:latin typeface="Archivo Black"/>
              </a:rPr>
              <a:t>PAGES:</a:t>
            </a:r>
          </a:p>
        </p:txBody>
      </p:sp>
      <p:sp>
        <p:nvSpPr>
          <p:cNvPr id="512" name="Google Shape;512;p54"/>
          <p:cNvSpPr txBox="1"/>
          <p:nvPr>
            <p:ph idx="6" type="title"/>
          </p:nvPr>
        </p:nvSpPr>
        <p:spPr>
          <a:xfrm>
            <a:off x="1731075" y="174325"/>
            <a:ext cx="7920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USER POST, GAME REQ FORM</a:t>
            </a:r>
            <a:endParaRPr/>
          </a:p>
        </p:txBody>
      </p:sp>
      <p:sp>
        <p:nvSpPr>
          <p:cNvPr id="513" name="Google Shape;513;p54"/>
          <p:cNvSpPr/>
          <p:nvPr/>
        </p:nvSpPr>
        <p:spPr>
          <a:xfrm>
            <a:off x="149475" y="4420150"/>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54"/>
          <p:cNvSpPr/>
          <p:nvPr/>
        </p:nvSpPr>
        <p:spPr>
          <a:xfrm>
            <a:off x="1376150" y="671525"/>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54"/>
          <p:cNvSpPr/>
          <p:nvPr/>
        </p:nvSpPr>
        <p:spPr>
          <a:xfrm>
            <a:off x="8200350" y="155513"/>
            <a:ext cx="516000" cy="516000"/>
          </a:xfrm>
          <a:prstGeom prst="star4">
            <a:avLst>
              <a:gd fmla="val 14545"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16" name="Google Shape;516;p54"/>
          <p:cNvPicPr preferRelativeResize="0"/>
          <p:nvPr/>
        </p:nvPicPr>
        <p:blipFill>
          <a:blip r:embed="rId3">
            <a:alphaModFix/>
          </a:blip>
          <a:stretch>
            <a:fillRect/>
          </a:stretch>
        </p:blipFill>
        <p:spPr>
          <a:xfrm>
            <a:off x="1892150" y="747025"/>
            <a:ext cx="2203995" cy="4091676"/>
          </a:xfrm>
          <a:prstGeom prst="rect">
            <a:avLst/>
          </a:prstGeom>
          <a:noFill/>
          <a:ln>
            <a:noFill/>
          </a:ln>
        </p:spPr>
      </p:pic>
      <p:pic>
        <p:nvPicPr>
          <p:cNvPr id="517" name="Google Shape;517;p54"/>
          <p:cNvPicPr preferRelativeResize="0"/>
          <p:nvPr/>
        </p:nvPicPr>
        <p:blipFill>
          <a:blip r:embed="rId4">
            <a:alphaModFix/>
          </a:blip>
          <a:stretch>
            <a:fillRect/>
          </a:stretch>
        </p:blipFill>
        <p:spPr>
          <a:xfrm>
            <a:off x="4856495" y="747025"/>
            <a:ext cx="2078958" cy="409167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55"/>
          <p:cNvSpPr txBox="1"/>
          <p:nvPr>
            <p:ph type="title"/>
          </p:nvPr>
        </p:nvSpPr>
        <p:spPr>
          <a:xfrm>
            <a:off x="1388100" y="1307100"/>
            <a:ext cx="6367800" cy="252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WHATS NEXT?</a:t>
            </a:r>
            <a:endParaRPr/>
          </a:p>
        </p:txBody>
      </p:sp>
      <p:sp>
        <p:nvSpPr>
          <p:cNvPr id="523" name="Google Shape;523;p55"/>
          <p:cNvSpPr/>
          <p:nvPr/>
        </p:nvSpPr>
        <p:spPr>
          <a:xfrm>
            <a:off x="7600725" y="4711325"/>
            <a:ext cx="516000" cy="516000"/>
          </a:xfrm>
          <a:prstGeom prst="star4">
            <a:avLst>
              <a:gd fmla="val 14166"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55"/>
          <p:cNvSpPr/>
          <p:nvPr/>
        </p:nvSpPr>
        <p:spPr>
          <a:xfrm>
            <a:off x="65925" y="645475"/>
            <a:ext cx="516000" cy="516000"/>
          </a:xfrm>
          <a:prstGeom prst="star4">
            <a:avLst>
              <a:gd fmla="val 14166"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pic>
        <p:nvPicPr>
          <p:cNvPr id="529" name="Google Shape;529;p56"/>
          <p:cNvPicPr preferRelativeResize="0"/>
          <p:nvPr/>
        </p:nvPicPr>
        <p:blipFill rotWithShape="1">
          <a:blip r:embed="rId3">
            <a:alphaModFix/>
          </a:blip>
          <a:srcRect b="56834" l="0" r="15448" t="7188"/>
          <a:stretch/>
        </p:blipFill>
        <p:spPr>
          <a:xfrm>
            <a:off x="706375" y="2731932"/>
            <a:ext cx="7731298" cy="1850550"/>
          </a:xfrm>
          <a:prstGeom prst="rect">
            <a:avLst/>
          </a:prstGeom>
          <a:noFill/>
          <a:ln cap="flat" cmpd="sng" w="19050">
            <a:solidFill>
              <a:schemeClr val="lt1"/>
            </a:solidFill>
            <a:prstDash val="solid"/>
            <a:round/>
            <a:headEnd len="sm" w="sm" type="none"/>
            <a:tailEnd len="sm" w="sm" type="none"/>
          </a:ln>
        </p:spPr>
      </p:pic>
      <p:sp>
        <p:nvSpPr>
          <p:cNvPr id="530" name="Google Shape;530;p56"/>
          <p:cNvSpPr txBox="1"/>
          <p:nvPr>
            <p:ph type="title"/>
          </p:nvPr>
        </p:nvSpPr>
        <p:spPr>
          <a:xfrm>
            <a:off x="861249" y="1926100"/>
            <a:ext cx="5751000" cy="531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solidFill>
                  <a:schemeClr val="lt1"/>
                </a:solidFill>
              </a:rPr>
              <a:t>STEPS</a:t>
            </a:r>
            <a:endParaRPr>
              <a:solidFill>
                <a:schemeClr val="lt1"/>
              </a:solidFill>
            </a:endParaRPr>
          </a:p>
        </p:txBody>
      </p:sp>
      <p:sp>
        <p:nvSpPr>
          <p:cNvPr id="531" name="Google Shape;531;p56"/>
          <p:cNvSpPr txBox="1"/>
          <p:nvPr>
            <p:ph idx="1" type="subTitle"/>
          </p:nvPr>
        </p:nvSpPr>
        <p:spPr>
          <a:xfrm>
            <a:off x="1443175" y="276975"/>
            <a:ext cx="6257700" cy="1408200"/>
          </a:xfrm>
          <a:prstGeom prst="rect">
            <a:avLst/>
          </a:prstGeom>
        </p:spPr>
        <p:txBody>
          <a:bodyPr anchorCtr="0" anchor="ctr" bIns="91425" lIns="91425" spcFirstLastPara="1" rIns="91425" wrap="square" tIns="91425">
            <a:noAutofit/>
          </a:bodyPr>
          <a:lstStyle/>
          <a:p>
            <a:pPr indent="-387350" lvl="0" marL="457200" rtl="0" algn="l">
              <a:spcBef>
                <a:spcPts val="0"/>
              </a:spcBef>
              <a:spcAft>
                <a:spcPts val="0"/>
              </a:spcAft>
              <a:buSzPts val="2500"/>
              <a:buAutoNum type="arabicPeriod"/>
            </a:pPr>
            <a:r>
              <a:rPr lang="en"/>
              <a:t>Stress testing</a:t>
            </a:r>
            <a:endParaRPr/>
          </a:p>
          <a:p>
            <a:pPr indent="-387350" lvl="0" marL="457200" rtl="0" algn="l">
              <a:spcBef>
                <a:spcPts val="0"/>
              </a:spcBef>
              <a:spcAft>
                <a:spcPts val="0"/>
              </a:spcAft>
              <a:buSzPts val="2500"/>
              <a:buAutoNum type="arabicPeriod"/>
            </a:pPr>
            <a:r>
              <a:rPr lang="en"/>
              <a:t>Test cases</a:t>
            </a:r>
            <a:endParaRPr/>
          </a:p>
          <a:p>
            <a:pPr indent="-387350" lvl="0" marL="457200" rtl="0" algn="l">
              <a:spcBef>
                <a:spcPts val="0"/>
              </a:spcBef>
              <a:spcAft>
                <a:spcPts val="0"/>
              </a:spcAft>
              <a:buSzPts val="2500"/>
              <a:buAutoNum type="arabicPeriod"/>
            </a:pPr>
            <a:r>
              <a:rPr lang="en"/>
              <a:t>User acceptance testing</a:t>
            </a:r>
            <a:endParaRPr/>
          </a:p>
        </p:txBody>
      </p:sp>
      <p:sp>
        <p:nvSpPr>
          <p:cNvPr id="532" name="Google Shape;532;p56"/>
          <p:cNvSpPr/>
          <p:nvPr/>
        </p:nvSpPr>
        <p:spPr>
          <a:xfrm>
            <a:off x="3594900" y="2068500"/>
            <a:ext cx="1331577" cy="247106"/>
          </a:xfrm>
          <a:prstGeom prst="rect">
            <a:avLst/>
          </a:prstGeom>
        </p:spPr>
        <p:txBody>
          <a:bodyPr>
            <a:prstTxWarp prst="textPlain"/>
          </a:bodyPr>
          <a:lstStyle/>
          <a:p>
            <a:pPr lvl="0" algn="ctr"/>
            <a:r>
              <a:rPr b="0" i="0">
                <a:ln cap="flat" cmpd="sng" w="19050">
                  <a:solidFill>
                    <a:schemeClr val="accent4"/>
                  </a:solidFill>
                  <a:prstDash val="solid"/>
                  <a:round/>
                  <a:headEnd len="sm" w="sm" type="none"/>
                  <a:tailEnd len="sm" w="sm" type="none"/>
                </a:ln>
                <a:noFill/>
                <a:latin typeface="Archivo Black"/>
              </a:rPr>
              <a:t>— NEXT</a:t>
            </a:r>
          </a:p>
        </p:txBody>
      </p:sp>
      <p:sp>
        <p:nvSpPr>
          <p:cNvPr id="533" name="Google Shape;533;p56"/>
          <p:cNvSpPr/>
          <p:nvPr/>
        </p:nvSpPr>
        <p:spPr>
          <a:xfrm>
            <a:off x="8170600" y="27697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56"/>
          <p:cNvSpPr/>
          <p:nvPr/>
        </p:nvSpPr>
        <p:spPr>
          <a:xfrm>
            <a:off x="1074338" y="1679513"/>
            <a:ext cx="658500" cy="658500"/>
          </a:xfrm>
          <a:prstGeom prst="flowChartSummingJunction">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56"/>
          <p:cNvSpPr txBox="1"/>
          <p:nvPr/>
        </p:nvSpPr>
        <p:spPr>
          <a:xfrm rot="-5400000">
            <a:off x="-1513500" y="2378325"/>
            <a:ext cx="4063200" cy="38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Source Sans Pro"/>
                <a:ea typeface="Source Sans Pro"/>
                <a:cs typeface="Source Sans Pro"/>
                <a:sym typeface="Source Sans Pro"/>
              </a:rPr>
              <a:t>Next steps</a:t>
            </a:r>
            <a:endParaRPr sz="1600">
              <a:solidFill>
                <a:schemeClr val="lt1"/>
              </a:solidFill>
              <a:latin typeface="Source Sans Pro"/>
              <a:ea typeface="Source Sans Pro"/>
              <a:cs typeface="Source Sans Pro"/>
              <a:sym typeface="Source Sans Pro"/>
            </a:endParaRPr>
          </a:p>
        </p:txBody>
      </p:sp>
      <p:sp>
        <p:nvSpPr>
          <p:cNvPr id="536" name="Google Shape;536;p56"/>
          <p:cNvSpPr txBox="1"/>
          <p:nvPr/>
        </p:nvSpPr>
        <p:spPr>
          <a:xfrm rot="5400000">
            <a:off x="6590450" y="2378250"/>
            <a:ext cx="4063200" cy="387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lt1"/>
                </a:solidFill>
                <a:latin typeface="Source Sans Pro"/>
                <a:ea typeface="Source Sans Pro"/>
                <a:cs typeface="Source Sans Pro"/>
                <a:sym typeface="Source Sans Pro"/>
              </a:rPr>
              <a:t>Next steps</a:t>
            </a:r>
            <a:endParaRPr sz="1600">
              <a:solidFill>
                <a:schemeClr val="lt1"/>
              </a:solidFill>
              <a:latin typeface="Source Sans Pro"/>
              <a:ea typeface="Source Sans Pro"/>
              <a:cs typeface="Source Sans Pro"/>
              <a:sym typeface="Source Sans Pro"/>
            </a:endParaRPr>
          </a:p>
        </p:txBody>
      </p:sp>
      <p:sp>
        <p:nvSpPr>
          <p:cNvPr id="537" name="Google Shape;537;p56"/>
          <p:cNvSpPr/>
          <p:nvPr/>
        </p:nvSpPr>
        <p:spPr>
          <a:xfrm>
            <a:off x="457450" y="276975"/>
            <a:ext cx="516000" cy="516000"/>
          </a:xfrm>
          <a:prstGeom prst="star4">
            <a:avLst>
              <a:gd fmla="val 14166" name="adj"/>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57"/>
          <p:cNvSpPr txBox="1"/>
          <p:nvPr>
            <p:ph idx="1" type="subTitle"/>
          </p:nvPr>
        </p:nvSpPr>
        <p:spPr>
          <a:xfrm>
            <a:off x="2425050" y="2679600"/>
            <a:ext cx="4293900" cy="1197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Do you have any questions?</a:t>
            </a:r>
            <a:endParaRPr>
              <a:solidFill>
                <a:schemeClr val="dk1"/>
              </a:solidFill>
            </a:endParaRPr>
          </a:p>
          <a:p>
            <a:pPr indent="0" lvl="0" marL="0" rtl="0" algn="ctr">
              <a:spcBef>
                <a:spcPts val="0"/>
              </a:spcBef>
              <a:spcAft>
                <a:spcPts val="0"/>
              </a:spcAft>
              <a:buNone/>
            </a:pPr>
            <a:r>
              <a:t/>
            </a:r>
            <a:endParaRPr>
              <a:solidFill>
                <a:schemeClr val="dk1"/>
              </a:solidFill>
            </a:endParaRPr>
          </a:p>
        </p:txBody>
      </p:sp>
      <p:sp>
        <p:nvSpPr>
          <p:cNvPr id="543" name="Google Shape;543;p57"/>
          <p:cNvSpPr txBox="1"/>
          <p:nvPr>
            <p:ph type="ctrTitle"/>
          </p:nvPr>
        </p:nvSpPr>
        <p:spPr>
          <a:xfrm>
            <a:off x="2430000" y="1681800"/>
            <a:ext cx="4284000" cy="997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THANKS!</a:t>
            </a:r>
            <a:endParaRPr/>
          </a:p>
        </p:txBody>
      </p:sp>
      <p:sp>
        <p:nvSpPr>
          <p:cNvPr id="544" name="Google Shape;544;p57"/>
          <p:cNvSpPr/>
          <p:nvPr/>
        </p:nvSpPr>
        <p:spPr>
          <a:xfrm>
            <a:off x="6898775" y="4286325"/>
            <a:ext cx="516000" cy="516000"/>
          </a:xfrm>
          <a:prstGeom prst="star4">
            <a:avLst>
              <a:gd fmla="val 14166"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57"/>
          <p:cNvSpPr/>
          <p:nvPr/>
        </p:nvSpPr>
        <p:spPr>
          <a:xfrm>
            <a:off x="7008688" y="205713"/>
            <a:ext cx="658500" cy="658500"/>
          </a:xfrm>
          <a:prstGeom prst="flowChartSummingJunction">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57"/>
          <p:cNvSpPr/>
          <p:nvPr/>
        </p:nvSpPr>
        <p:spPr>
          <a:xfrm>
            <a:off x="1780325" y="276975"/>
            <a:ext cx="516000" cy="516000"/>
          </a:xfrm>
          <a:prstGeom prst="star4">
            <a:avLst>
              <a:gd fmla="val 14166"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57"/>
          <p:cNvSpPr/>
          <p:nvPr/>
        </p:nvSpPr>
        <p:spPr>
          <a:xfrm>
            <a:off x="7358175" y="1618588"/>
            <a:ext cx="516000" cy="516000"/>
          </a:xfrm>
          <a:prstGeom prst="star4">
            <a:avLst>
              <a:gd fmla="val 14166"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548" name="Google Shape;548;p57"/>
          <p:cNvSpPr/>
          <p:nvPr/>
        </p:nvSpPr>
        <p:spPr>
          <a:xfrm>
            <a:off x="386188" y="4068363"/>
            <a:ext cx="658500" cy="658500"/>
          </a:xfrm>
          <a:prstGeom prst="flowChartSummingJunction">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549" name="Google Shape;549;p57"/>
          <p:cNvSpPr/>
          <p:nvPr/>
        </p:nvSpPr>
        <p:spPr>
          <a:xfrm>
            <a:off x="986500" y="2163600"/>
            <a:ext cx="516000" cy="516000"/>
          </a:xfrm>
          <a:prstGeom prst="star4">
            <a:avLst>
              <a:gd fmla="val 14166"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pic>
        <p:nvPicPr>
          <p:cNvPr id="550" name="Google Shape;550;p57"/>
          <p:cNvPicPr preferRelativeResize="0"/>
          <p:nvPr/>
        </p:nvPicPr>
        <p:blipFill>
          <a:blip r:embed="rId3">
            <a:alphaModFix/>
          </a:blip>
          <a:stretch>
            <a:fillRect/>
          </a:stretch>
        </p:blipFill>
        <p:spPr>
          <a:xfrm>
            <a:off x="2133188" y="3426000"/>
            <a:ext cx="4676775" cy="12096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e Ultimate Marketing Plan by Slidesgo">
  <a:themeElements>
    <a:clrScheme name="Simple Light">
      <a:dk1>
        <a:srgbClr val="10120F"/>
      </a:dk1>
      <a:lt1>
        <a:srgbClr val="DCB3F9"/>
      </a:lt1>
      <a:dk2>
        <a:srgbClr val="53327A"/>
      </a:dk2>
      <a:lt2>
        <a:srgbClr val="EA99FF"/>
      </a:lt2>
      <a:accent1>
        <a:srgbClr val="B98BF5"/>
      </a:accent1>
      <a:accent2>
        <a:srgbClr val="8572A3"/>
      </a:accent2>
      <a:accent3>
        <a:srgbClr val="FFFFFF"/>
      </a:accent3>
      <a:accent4>
        <a:srgbClr val="D393FF"/>
      </a:accent4>
      <a:accent5>
        <a:srgbClr val="FFFFFF"/>
      </a:accent5>
      <a:accent6>
        <a:srgbClr val="FFFFFF"/>
      </a:accent6>
      <a:hlink>
        <a:srgbClr val="10120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